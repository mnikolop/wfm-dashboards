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736" r:id="rId5"/>
    <p:sldId id="2812" r:id="rId6"/>
    <p:sldId id="2813" r:id="rId7"/>
    <p:sldId id="2814" r:id="rId8"/>
    <p:sldId id="2815" r:id="rId9"/>
    <p:sldId id="2816" r:id="rId10"/>
    <p:sldId id="2817" r:id="rId11"/>
    <p:sldId id="281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ttias Priebe" initials="MP" lastIdx="1" clrIdx="0"/>
  <p:cmAuthor id="2" name="Per Appelgren" initials="PA" lastIdx="18" clrIdx="1">
    <p:extLst>
      <p:ext uri="{19B8F6BF-5375-455C-9EA6-DF929625EA0E}">
        <p15:presenceInfo xmlns:p15="http://schemas.microsoft.com/office/powerpoint/2012/main" userId="S::per.appelgren@influence.se::681eaff4-f760-40f5-b835-67135f2cb86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BDFDD"/>
    <a:srgbClr val="3F7593"/>
    <a:srgbClr val="73B149"/>
    <a:srgbClr val="C5DAE5"/>
    <a:srgbClr val="572B3D"/>
    <a:srgbClr val="000000"/>
    <a:srgbClr val="522839"/>
    <a:srgbClr val="FFFFFF"/>
    <a:srgbClr val="8B4561"/>
    <a:srgbClr val="5896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FD37DD-4D88-473B-A879-8D8FE127F1F7}" v="1" dt="2023-05-30T16:10:03.844"/>
  </p1510:revLst>
</p1510:revInfo>
</file>

<file path=ppt/tableStyles.xml><?xml version="1.0" encoding="utf-8"?>
<a:tblStyleLst xmlns:a="http://schemas.openxmlformats.org/drawingml/2006/main" def="{5C22544A-7EE6-4342-B048-85BDC9FD1C3A}">
  <a:tblStyle styleId="{5C22544A-7EE6-4342-B048-85BDC9FD1C3A}" styleName="Mellanmörkt format 2 - Dekorfär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Inget format, tabellrutnät">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just format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just format 2 - Dekorfärg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llanmörkt format 1 - Dekorfärg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5799" autoAdjust="0"/>
  </p:normalViewPr>
  <p:slideViewPr>
    <p:cSldViewPr snapToGrid="0">
      <p:cViewPr varScale="1">
        <p:scale>
          <a:sx n="159" d="100"/>
          <a:sy n="159" d="100"/>
        </p:scale>
        <p:origin x="228" y="11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kella Nikolopoulou-Themeli" userId="da9cb5e2-4d8b-46eb-898e-a612e4aaf597" providerId="ADAL" clId="{216EE34B-E9BE-42AB-8E64-09FDA12F88B6}"/>
    <pc:docChg chg="modSld">
      <pc:chgData name="Markella Nikolopoulou-Themeli" userId="da9cb5e2-4d8b-46eb-898e-a612e4aaf597" providerId="ADAL" clId="{216EE34B-E9BE-42AB-8E64-09FDA12F88B6}" dt="2023-05-30T07:55:48.851" v="49" actId="14100"/>
      <pc:docMkLst>
        <pc:docMk/>
      </pc:docMkLst>
      <pc:sldChg chg="modSp mod">
        <pc:chgData name="Markella Nikolopoulou-Themeli" userId="da9cb5e2-4d8b-46eb-898e-a612e4aaf597" providerId="ADAL" clId="{216EE34B-E9BE-42AB-8E64-09FDA12F88B6}" dt="2023-05-30T07:55:48.851" v="49" actId="14100"/>
        <pc:sldMkLst>
          <pc:docMk/>
          <pc:sldMk cId="1780776563" sldId="736"/>
        </pc:sldMkLst>
        <pc:spChg chg="mod">
          <ac:chgData name="Markella Nikolopoulou-Themeli" userId="da9cb5e2-4d8b-46eb-898e-a612e4aaf597" providerId="ADAL" clId="{216EE34B-E9BE-42AB-8E64-09FDA12F88B6}" dt="2023-05-30T07:55:48.851" v="49" actId="14100"/>
          <ac:spMkLst>
            <pc:docMk/>
            <pc:sldMk cId="1780776563" sldId="736"/>
            <ac:spMk id="2" creationId="{8E76C2CD-B2CF-47EC-8005-D002E7D396B8}"/>
          </ac:spMkLst>
        </pc:spChg>
      </pc:sldChg>
    </pc:docChg>
  </pc:docChgLst>
  <pc:docChgLst>
    <pc:chgData name="Markella Nikolopoulou-Themeli" userId="da9cb5e2-4d8b-46eb-898e-a612e4aaf597" providerId="ADAL" clId="{B8FD37DD-4D88-473B-A879-8D8FE127F1F7}"/>
    <pc:docChg chg="undo redo custSel addSld modSld">
      <pc:chgData name="Markella Nikolopoulou-Themeli" userId="da9cb5e2-4d8b-46eb-898e-a612e4aaf597" providerId="ADAL" clId="{B8FD37DD-4D88-473B-A879-8D8FE127F1F7}" dt="2023-05-30T16:49:40.348" v="631" actId="790"/>
      <pc:docMkLst>
        <pc:docMk/>
      </pc:docMkLst>
      <pc:sldChg chg="modSp mod">
        <pc:chgData name="Markella Nikolopoulou-Themeli" userId="da9cb5e2-4d8b-46eb-898e-a612e4aaf597" providerId="ADAL" clId="{B8FD37DD-4D88-473B-A879-8D8FE127F1F7}" dt="2023-05-30T16:35:39.528" v="412" actId="20577"/>
        <pc:sldMkLst>
          <pc:docMk/>
          <pc:sldMk cId="146527113" sldId="2812"/>
        </pc:sldMkLst>
        <pc:spChg chg="mod">
          <ac:chgData name="Markella Nikolopoulou-Themeli" userId="da9cb5e2-4d8b-46eb-898e-a612e4aaf597" providerId="ADAL" clId="{B8FD37DD-4D88-473B-A879-8D8FE127F1F7}" dt="2023-05-30T15:10:43.341" v="5" actId="20577"/>
          <ac:spMkLst>
            <pc:docMk/>
            <pc:sldMk cId="146527113" sldId="2812"/>
            <ac:spMk id="2" creationId="{5111171E-7930-4A03-8496-D33812EF3BB2}"/>
          </ac:spMkLst>
        </pc:spChg>
        <pc:spChg chg="mod">
          <ac:chgData name="Markella Nikolopoulou-Themeli" userId="da9cb5e2-4d8b-46eb-898e-a612e4aaf597" providerId="ADAL" clId="{B8FD37DD-4D88-473B-A879-8D8FE127F1F7}" dt="2023-05-30T16:35:39.528" v="412" actId="20577"/>
          <ac:spMkLst>
            <pc:docMk/>
            <pc:sldMk cId="146527113" sldId="2812"/>
            <ac:spMk id="3" creationId="{01957A13-0139-4DD6-A824-267DF02F6C6C}"/>
          </ac:spMkLst>
        </pc:spChg>
      </pc:sldChg>
      <pc:sldChg chg="modSp new mod">
        <pc:chgData name="Markella Nikolopoulou-Themeli" userId="da9cb5e2-4d8b-46eb-898e-a612e4aaf597" providerId="ADAL" clId="{B8FD37DD-4D88-473B-A879-8D8FE127F1F7}" dt="2023-05-30T16:07:13.198" v="138" actId="790"/>
        <pc:sldMkLst>
          <pc:docMk/>
          <pc:sldMk cId="3755991899" sldId="2813"/>
        </pc:sldMkLst>
        <pc:spChg chg="mod">
          <ac:chgData name="Markella Nikolopoulou-Themeli" userId="da9cb5e2-4d8b-46eb-898e-a612e4aaf597" providerId="ADAL" clId="{B8FD37DD-4D88-473B-A879-8D8FE127F1F7}" dt="2023-05-30T16:07:13.198" v="138" actId="790"/>
          <ac:spMkLst>
            <pc:docMk/>
            <pc:sldMk cId="3755991899" sldId="2813"/>
            <ac:spMk id="2" creationId="{2DEAD9EA-F76D-447A-8B01-8912F8B1238B}"/>
          </ac:spMkLst>
        </pc:spChg>
        <pc:spChg chg="mod">
          <ac:chgData name="Markella Nikolopoulou-Themeli" userId="da9cb5e2-4d8b-46eb-898e-a612e4aaf597" providerId="ADAL" clId="{B8FD37DD-4D88-473B-A879-8D8FE127F1F7}" dt="2023-05-30T16:07:13.198" v="138" actId="790"/>
          <ac:spMkLst>
            <pc:docMk/>
            <pc:sldMk cId="3755991899" sldId="2813"/>
            <ac:spMk id="3" creationId="{CBACED1C-472B-863B-8E43-6AFE1C855888}"/>
          </ac:spMkLst>
        </pc:spChg>
        <pc:spChg chg="mod">
          <ac:chgData name="Markella Nikolopoulou-Themeli" userId="da9cb5e2-4d8b-46eb-898e-a612e4aaf597" providerId="ADAL" clId="{B8FD37DD-4D88-473B-A879-8D8FE127F1F7}" dt="2023-05-30T16:07:13.198" v="138" actId="790"/>
          <ac:spMkLst>
            <pc:docMk/>
            <pc:sldMk cId="3755991899" sldId="2813"/>
            <ac:spMk id="4" creationId="{E4BC6BB1-09CA-9672-054C-CC77BC532573}"/>
          </ac:spMkLst>
        </pc:spChg>
        <pc:spChg chg="mod">
          <ac:chgData name="Markella Nikolopoulou-Themeli" userId="da9cb5e2-4d8b-46eb-898e-a612e4aaf597" providerId="ADAL" clId="{B8FD37DD-4D88-473B-A879-8D8FE127F1F7}" dt="2023-05-30T16:07:13.198" v="138" actId="790"/>
          <ac:spMkLst>
            <pc:docMk/>
            <pc:sldMk cId="3755991899" sldId="2813"/>
            <ac:spMk id="5" creationId="{27196D7F-10F7-393E-882B-BEDDEC50E73F}"/>
          </ac:spMkLst>
        </pc:spChg>
      </pc:sldChg>
      <pc:sldChg chg="addSp delSp modSp new mod modClrScheme chgLayout">
        <pc:chgData name="Markella Nikolopoulou-Themeli" userId="da9cb5e2-4d8b-46eb-898e-a612e4aaf597" providerId="ADAL" clId="{B8FD37DD-4D88-473B-A879-8D8FE127F1F7}" dt="2023-05-30T16:34:41.320" v="378" actId="790"/>
        <pc:sldMkLst>
          <pc:docMk/>
          <pc:sldMk cId="1245795527" sldId="2814"/>
        </pc:sldMkLst>
        <pc:spChg chg="mod ord">
          <ac:chgData name="Markella Nikolopoulou-Themeli" userId="da9cb5e2-4d8b-46eb-898e-a612e4aaf597" providerId="ADAL" clId="{B8FD37DD-4D88-473B-A879-8D8FE127F1F7}" dt="2023-05-30T16:34:41.320" v="378" actId="790"/>
          <ac:spMkLst>
            <pc:docMk/>
            <pc:sldMk cId="1245795527" sldId="2814"/>
            <ac:spMk id="2" creationId="{35277132-50C2-2CC7-CBA8-A1B840DE0F96}"/>
          </ac:spMkLst>
        </pc:spChg>
        <pc:spChg chg="del mod ord">
          <ac:chgData name="Markella Nikolopoulou-Themeli" userId="da9cb5e2-4d8b-46eb-898e-a612e4aaf597" providerId="ADAL" clId="{B8FD37DD-4D88-473B-A879-8D8FE127F1F7}" dt="2023-05-30T16:08:11.014" v="244" actId="700"/>
          <ac:spMkLst>
            <pc:docMk/>
            <pc:sldMk cId="1245795527" sldId="2814"/>
            <ac:spMk id="3" creationId="{451D1887-F3D1-2B22-5D16-113D33915DBC}"/>
          </ac:spMkLst>
        </pc:spChg>
        <pc:spChg chg="mod ord">
          <ac:chgData name="Markella Nikolopoulou-Themeli" userId="da9cb5e2-4d8b-46eb-898e-a612e4aaf597" providerId="ADAL" clId="{B8FD37DD-4D88-473B-A879-8D8FE127F1F7}" dt="2023-05-30T16:34:41.320" v="378" actId="790"/>
          <ac:spMkLst>
            <pc:docMk/>
            <pc:sldMk cId="1245795527" sldId="2814"/>
            <ac:spMk id="4" creationId="{63736DEA-4F00-C435-567C-A2171831D786}"/>
          </ac:spMkLst>
        </pc:spChg>
        <pc:spChg chg="mod ord">
          <ac:chgData name="Markella Nikolopoulou-Themeli" userId="da9cb5e2-4d8b-46eb-898e-a612e4aaf597" providerId="ADAL" clId="{B8FD37DD-4D88-473B-A879-8D8FE127F1F7}" dt="2023-05-30T16:34:41.320" v="378" actId="790"/>
          <ac:spMkLst>
            <pc:docMk/>
            <pc:sldMk cId="1245795527" sldId="2814"/>
            <ac:spMk id="5" creationId="{FEB15489-2C59-B728-3DC9-508B03AA5029}"/>
          </ac:spMkLst>
        </pc:spChg>
        <pc:spChg chg="add mod ord">
          <ac:chgData name="Markella Nikolopoulou-Themeli" userId="da9cb5e2-4d8b-46eb-898e-a612e4aaf597" providerId="ADAL" clId="{B8FD37DD-4D88-473B-A879-8D8FE127F1F7}" dt="2023-05-30T16:34:41.320" v="378" actId="790"/>
          <ac:spMkLst>
            <pc:docMk/>
            <pc:sldMk cId="1245795527" sldId="2814"/>
            <ac:spMk id="6" creationId="{C0C70416-1F5C-3890-406E-AC2A55823F79}"/>
          </ac:spMkLst>
        </pc:spChg>
        <pc:spChg chg="add mod ord">
          <ac:chgData name="Markella Nikolopoulou-Themeli" userId="da9cb5e2-4d8b-46eb-898e-a612e4aaf597" providerId="ADAL" clId="{B8FD37DD-4D88-473B-A879-8D8FE127F1F7}" dt="2023-05-30T16:34:41.320" v="378" actId="790"/>
          <ac:spMkLst>
            <pc:docMk/>
            <pc:sldMk cId="1245795527" sldId="2814"/>
            <ac:spMk id="7" creationId="{FA22F5A8-F9F0-8957-0136-8873C3B8697F}"/>
          </ac:spMkLst>
        </pc:spChg>
        <pc:spChg chg="add mod ord">
          <ac:chgData name="Markella Nikolopoulou-Themeli" userId="da9cb5e2-4d8b-46eb-898e-a612e4aaf597" providerId="ADAL" clId="{B8FD37DD-4D88-473B-A879-8D8FE127F1F7}" dt="2023-05-30T16:34:41.320" v="378" actId="790"/>
          <ac:spMkLst>
            <pc:docMk/>
            <pc:sldMk cId="1245795527" sldId="2814"/>
            <ac:spMk id="8" creationId="{E34A9F35-45C2-D065-BBFF-8FC9FCA1F235}"/>
          </ac:spMkLst>
        </pc:spChg>
        <pc:spChg chg="add mod ord">
          <ac:chgData name="Markella Nikolopoulou-Themeli" userId="da9cb5e2-4d8b-46eb-898e-a612e4aaf597" providerId="ADAL" clId="{B8FD37DD-4D88-473B-A879-8D8FE127F1F7}" dt="2023-05-30T16:34:41.320" v="378" actId="790"/>
          <ac:spMkLst>
            <pc:docMk/>
            <pc:sldMk cId="1245795527" sldId="2814"/>
            <ac:spMk id="9" creationId="{24BC2B32-A33A-5C7D-0476-053BDA3FD10B}"/>
          </ac:spMkLst>
        </pc:spChg>
      </pc:sldChg>
      <pc:sldChg chg="modSp new mod">
        <pc:chgData name="Markella Nikolopoulou-Themeli" userId="da9cb5e2-4d8b-46eb-898e-a612e4aaf597" providerId="ADAL" clId="{B8FD37DD-4D88-473B-A879-8D8FE127F1F7}" dt="2023-05-30T16:36:38.609" v="443" actId="27636"/>
        <pc:sldMkLst>
          <pc:docMk/>
          <pc:sldMk cId="4246718183" sldId="2815"/>
        </pc:sldMkLst>
        <pc:spChg chg="mod">
          <ac:chgData name="Markella Nikolopoulou-Themeli" userId="da9cb5e2-4d8b-46eb-898e-a612e4aaf597" providerId="ADAL" clId="{B8FD37DD-4D88-473B-A879-8D8FE127F1F7}" dt="2023-05-30T16:09:32.903" v="305" actId="20577"/>
          <ac:spMkLst>
            <pc:docMk/>
            <pc:sldMk cId="4246718183" sldId="2815"/>
            <ac:spMk id="2" creationId="{2B9CB6AB-6D0A-8998-BC54-2BD7768D8567}"/>
          </ac:spMkLst>
        </pc:spChg>
        <pc:spChg chg="mod">
          <ac:chgData name="Markella Nikolopoulou-Themeli" userId="da9cb5e2-4d8b-46eb-898e-a612e4aaf597" providerId="ADAL" clId="{B8FD37DD-4D88-473B-A879-8D8FE127F1F7}" dt="2023-05-30T16:36:38.609" v="443" actId="27636"/>
          <ac:spMkLst>
            <pc:docMk/>
            <pc:sldMk cId="4246718183" sldId="2815"/>
            <ac:spMk id="3" creationId="{1541E751-B159-A4E1-DB5C-0E1C9109734B}"/>
          </ac:spMkLst>
        </pc:spChg>
      </pc:sldChg>
      <pc:sldChg chg="addSp modSp add mod modClrScheme chgLayout">
        <pc:chgData name="Markella Nikolopoulou-Themeli" userId="da9cb5e2-4d8b-46eb-898e-a612e4aaf597" providerId="ADAL" clId="{B8FD37DD-4D88-473B-A879-8D8FE127F1F7}" dt="2023-05-30T16:39:09.583" v="551" actId="5793"/>
        <pc:sldMkLst>
          <pc:docMk/>
          <pc:sldMk cId="3585237186" sldId="2816"/>
        </pc:sldMkLst>
        <pc:spChg chg="mod ord">
          <ac:chgData name="Markella Nikolopoulou-Themeli" userId="da9cb5e2-4d8b-46eb-898e-a612e4aaf597" providerId="ADAL" clId="{B8FD37DD-4D88-473B-A879-8D8FE127F1F7}" dt="2023-05-30T16:38:35.746" v="518" actId="108"/>
          <ac:spMkLst>
            <pc:docMk/>
            <pc:sldMk cId="3585237186" sldId="2816"/>
            <ac:spMk id="2" creationId="{2B9CB6AB-6D0A-8998-BC54-2BD7768D8567}"/>
          </ac:spMkLst>
        </pc:spChg>
        <pc:spChg chg="mod ord">
          <ac:chgData name="Markella Nikolopoulou-Themeli" userId="da9cb5e2-4d8b-46eb-898e-a612e4aaf597" providerId="ADAL" clId="{B8FD37DD-4D88-473B-A879-8D8FE127F1F7}" dt="2023-05-30T16:38:16.068" v="515" actId="27636"/>
          <ac:spMkLst>
            <pc:docMk/>
            <pc:sldMk cId="3585237186" sldId="2816"/>
            <ac:spMk id="3" creationId="{1541E751-B159-A4E1-DB5C-0E1C9109734B}"/>
          </ac:spMkLst>
        </pc:spChg>
        <pc:spChg chg="mod ord">
          <ac:chgData name="Markella Nikolopoulou-Themeli" userId="da9cb5e2-4d8b-46eb-898e-a612e4aaf597" providerId="ADAL" clId="{B8FD37DD-4D88-473B-A879-8D8FE127F1F7}" dt="2023-05-30T16:38:05.409" v="510" actId="700"/>
          <ac:spMkLst>
            <pc:docMk/>
            <pc:sldMk cId="3585237186" sldId="2816"/>
            <ac:spMk id="4" creationId="{BE5D7AFC-C6D7-87C2-53D0-841DB1324261}"/>
          </ac:spMkLst>
        </pc:spChg>
        <pc:spChg chg="mod ord">
          <ac:chgData name="Markella Nikolopoulou-Themeli" userId="da9cb5e2-4d8b-46eb-898e-a612e4aaf597" providerId="ADAL" clId="{B8FD37DD-4D88-473B-A879-8D8FE127F1F7}" dt="2023-05-30T16:38:05.409" v="510" actId="700"/>
          <ac:spMkLst>
            <pc:docMk/>
            <pc:sldMk cId="3585237186" sldId="2816"/>
            <ac:spMk id="5" creationId="{C2BC86C9-111D-92C2-05DE-1F6AF293B16B}"/>
          </ac:spMkLst>
        </pc:spChg>
        <pc:spChg chg="add mod ord">
          <ac:chgData name="Markella Nikolopoulou-Themeli" userId="da9cb5e2-4d8b-46eb-898e-a612e4aaf597" providerId="ADAL" clId="{B8FD37DD-4D88-473B-A879-8D8FE127F1F7}" dt="2023-05-30T16:38:05.409" v="510" actId="700"/>
          <ac:spMkLst>
            <pc:docMk/>
            <pc:sldMk cId="3585237186" sldId="2816"/>
            <ac:spMk id="6" creationId="{F84B5241-BD9A-2C28-B6E3-9D84741CF041}"/>
          </ac:spMkLst>
        </pc:spChg>
        <pc:spChg chg="add mod ord">
          <ac:chgData name="Markella Nikolopoulou-Themeli" userId="da9cb5e2-4d8b-46eb-898e-a612e4aaf597" providerId="ADAL" clId="{B8FD37DD-4D88-473B-A879-8D8FE127F1F7}" dt="2023-05-30T16:38:05.409" v="510" actId="700"/>
          <ac:spMkLst>
            <pc:docMk/>
            <pc:sldMk cId="3585237186" sldId="2816"/>
            <ac:spMk id="7" creationId="{DB719B89-1006-9B79-4578-306B7DBFBBAE}"/>
          </ac:spMkLst>
        </pc:spChg>
        <pc:spChg chg="add mod ord">
          <ac:chgData name="Markella Nikolopoulou-Themeli" userId="da9cb5e2-4d8b-46eb-898e-a612e4aaf597" providerId="ADAL" clId="{B8FD37DD-4D88-473B-A879-8D8FE127F1F7}" dt="2023-05-30T16:39:09.583" v="551" actId="5793"/>
          <ac:spMkLst>
            <pc:docMk/>
            <pc:sldMk cId="3585237186" sldId="2816"/>
            <ac:spMk id="8" creationId="{F493EF91-FBD6-0E29-5039-D467C44B1C10}"/>
          </ac:spMkLst>
        </pc:spChg>
      </pc:sldChg>
      <pc:sldChg chg="modSp new mod">
        <pc:chgData name="Markella Nikolopoulou-Themeli" userId="da9cb5e2-4d8b-46eb-898e-a612e4aaf597" providerId="ADAL" clId="{B8FD37DD-4D88-473B-A879-8D8FE127F1F7}" dt="2023-05-30T16:49:40.348" v="631" actId="790"/>
        <pc:sldMkLst>
          <pc:docMk/>
          <pc:sldMk cId="1197214657" sldId="2817"/>
        </pc:sldMkLst>
        <pc:spChg chg="mod">
          <ac:chgData name="Markella Nikolopoulou-Themeli" userId="da9cb5e2-4d8b-46eb-898e-a612e4aaf597" providerId="ADAL" clId="{B8FD37DD-4D88-473B-A879-8D8FE127F1F7}" dt="2023-05-30T16:49:40.348" v="631" actId="790"/>
          <ac:spMkLst>
            <pc:docMk/>
            <pc:sldMk cId="1197214657" sldId="2817"/>
            <ac:spMk id="2" creationId="{73C7AED1-2FE8-D588-5174-5353EC61EC36}"/>
          </ac:spMkLst>
        </pc:spChg>
        <pc:spChg chg="mod">
          <ac:chgData name="Markella Nikolopoulou-Themeli" userId="da9cb5e2-4d8b-46eb-898e-a612e4aaf597" providerId="ADAL" clId="{B8FD37DD-4D88-473B-A879-8D8FE127F1F7}" dt="2023-05-30T16:49:40.348" v="631" actId="790"/>
          <ac:spMkLst>
            <pc:docMk/>
            <pc:sldMk cId="1197214657" sldId="2817"/>
            <ac:spMk id="3" creationId="{A46DFE61-43B6-4A19-F30F-962735400057}"/>
          </ac:spMkLst>
        </pc:spChg>
        <pc:spChg chg="mod">
          <ac:chgData name="Markella Nikolopoulou-Themeli" userId="da9cb5e2-4d8b-46eb-898e-a612e4aaf597" providerId="ADAL" clId="{B8FD37DD-4D88-473B-A879-8D8FE127F1F7}" dt="2023-05-30T16:49:40.348" v="631" actId="790"/>
          <ac:spMkLst>
            <pc:docMk/>
            <pc:sldMk cId="1197214657" sldId="2817"/>
            <ac:spMk id="4" creationId="{83A42BB5-DBF3-812D-362D-8B43CBB2BB20}"/>
          </ac:spMkLst>
        </pc:spChg>
        <pc:spChg chg="mod">
          <ac:chgData name="Markella Nikolopoulou-Themeli" userId="da9cb5e2-4d8b-46eb-898e-a612e4aaf597" providerId="ADAL" clId="{B8FD37DD-4D88-473B-A879-8D8FE127F1F7}" dt="2023-05-30T16:49:40.348" v="631" actId="790"/>
          <ac:spMkLst>
            <pc:docMk/>
            <pc:sldMk cId="1197214657" sldId="2817"/>
            <ac:spMk id="5" creationId="{C3F3DD6E-5A12-31E3-5F1E-6697373A3DC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E6996D-EBEF-473B-8179-A2F19BBC7402}" type="datetimeFigureOut">
              <a:rPr lang="en-US" smtClean="0"/>
              <a:t>5/30/2023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319D35-DDD6-4A50-856E-577E9C784DE2}" type="slidenum">
              <a:rPr lang="en-US" smtClean="0"/>
              <a:t>‹#›</a:t>
            </a:fld>
            <a:endParaRPr lang="en-US"/>
          </a:p>
        </p:txBody>
      </p:sp>
    </p:spTree>
    <p:extLst>
      <p:ext uri="{BB962C8B-B14F-4D97-AF65-F5344CB8AC3E}">
        <p14:creationId xmlns:p14="http://schemas.microsoft.com/office/powerpoint/2010/main" val="1005393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tif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tif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tif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A picture containing game, sitting, table, ball&#10;&#10;Description automatically generated">
            <a:extLst>
              <a:ext uri="{FF2B5EF4-FFF2-40B4-BE49-F238E27FC236}">
                <a16:creationId xmlns:a16="http://schemas.microsoft.com/office/drawing/2014/main" id="{4D752078-E79A-4DF2-84B1-50B2C61820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42097"/>
            <a:ext cx="12319686" cy="7304119"/>
          </a:xfrm>
          <a:prstGeom prst="rect">
            <a:avLst/>
          </a:prstGeom>
        </p:spPr>
      </p:pic>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596040C-EDF0-4886-A7F4-CC7275106759}" type="datetime1">
              <a:rPr lang="en-US" smtClean="0"/>
              <a:t>5/30/2023</a:t>
            </a:fld>
            <a:endParaRPr lang="en-US"/>
          </a:p>
        </p:txBody>
      </p:sp>
      <p:sp>
        <p:nvSpPr>
          <p:cNvPr id="5" name="Footer Placeholder 4"/>
          <p:cNvSpPr>
            <a:spLocks noGrp="1"/>
          </p:cNvSpPr>
          <p:nvPr>
            <p:ph type="ftr" sz="quarter" idx="11"/>
          </p:nvPr>
        </p:nvSpPr>
        <p:spPr>
          <a:xfrm>
            <a:off x="4038600" y="6501677"/>
            <a:ext cx="4114800" cy="365125"/>
          </a:xfrm>
        </p:spPr>
        <p:txBody>
          <a:bodyPr/>
          <a:lstStyle/>
          <a:p>
            <a:r>
              <a:rPr lang="en-US"/>
              <a:t>Adage</a:t>
            </a:r>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A2DCBA88-1671-42D3-9686-8895CAE7DED7}" type="slidenum">
              <a:rPr lang="en-US" smtClean="0"/>
              <a:t>‹#›</a:t>
            </a:fld>
            <a:endParaRPr lang="en-US"/>
          </a:p>
        </p:txBody>
      </p:sp>
      <p:pic>
        <p:nvPicPr>
          <p:cNvPr id="12" name="Picture 11" descr="A picture containing light&#10;&#10;Description automatically generated">
            <a:extLst>
              <a:ext uri="{FF2B5EF4-FFF2-40B4-BE49-F238E27FC236}">
                <a16:creationId xmlns:a16="http://schemas.microsoft.com/office/drawing/2014/main" id="{C04857B1-5F8D-4F02-A52C-57BB74593CDF}"/>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657549" y="6322145"/>
            <a:ext cx="358387" cy="433533"/>
          </a:xfrm>
          <a:prstGeom prst="rect">
            <a:avLst/>
          </a:prstGeom>
        </p:spPr>
      </p:pic>
    </p:spTree>
    <p:extLst>
      <p:ext uri="{BB962C8B-B14F-4D97-AF65-F5344CB8AC3E}">
        <p14:creationId xmlns:p14="http://schemas.microsoft.com/office/powerpoint/2010/main" val="3265431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3F7593"/>
                </a:solidFill>
              </a:defRPr>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9AB284A-F62E-4A83-81C8-4C322C263973}" type="datetime1">
              <a:rPr lang="en-US" smtClean="0"/>
              <a:t>5/30/2023</a:t>
            </a:fld>
            <a:endParaRPr lang="en-US"/>
          </a:p>
        </p:txBody>
      </p:sp>
      <p:sp>
        <p:nvSpPr>
          <p:cNvPr id="5" name="Footer Placeholder 4"/>
          <p:cNvSpPr>
            <a:spLocks noGrp="1"/>
          </p:cNvSpPr>
          <p:nvPr>
            <p:ph type="ftr" sz="quarter" idx="11"/>
          </p:nvPr>
        </p:nvSpPr>
        <p:spPr>
          <a:xfrm>
            <a:off x="4038600" y="6489582"/>
            <a:ext cx="4114800" cy="365125"/>
          </a:xfrm>
        </p:spPr>
        <p:txBody>
          <a:bodyPr/>
          <a:lstStyle/>
          <a:p>
            <a:r>
              <a:rPr lang="en-US"/>
              <a:t>Adage</a:t>
            </a:r>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A2DCBA88-1671-42D3-9686-8895CAE7DED7}" type="slidenum">
              <a:rPr lang="en-US" smtClean="0"/>
              <a:t>‹#›</a:t>
            </a:fld>
            <a:endParaRPr lang="en-US"/>
          </a:p>
        </p:txBody>
      </p:sp>
      <p:pic>
        <p:nvPicPr>
          <p:cNvPr id="8" name="Bildobjekt 7">
            <a:extLst>
              <a:ext uri="{FF2B5EF4-FFF2-40B4-BE49-F238E27FC236}">
                <a16:creationId xmlns:a16="http://schemas.microsoft.com/office/drawing/2014/main" id="{3D1CAFC7-747F-4B4F-97E4-4AE6A679AB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536458" cy="3860800"/>
          </a:xfrm>
          <a:prstGeom prst="rect">
            <a:avLst/>
          </a:prstGeom>
        </p:spPr>
      </p:pic>
      <p:pic>
        <p:nvPicPr>
          <p:cNvPr id="9" name="Picture 8" descr="A picture containing light&#10;&#10;Description automatically generated">
            <a:extLst>
              <a:ext uri="{FF2B5EF4-FFF2-40B4-BE49-F238E27FC236}">
                <a16:creationId xmlns:a16="http://schemas.microsoft.com/office/drawing/2014/main" id="{BBD9B799-66FB-4799-ABFB-BC1B2D695FE6}"/>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657549" y="6322145"/>
            <a:ext cx="358387" cy="433533"/>
          </a:xfrm>
          <a:prstGeom prst="rect">
            <a:avLst/>
          </a:prstGeom>
        </p:spPr>
      </p:pic>
    </p:spTree>
    <p:extLst>
      <p:ext uri="{BB962C8B-B14F-4D97-AF65-F5344CB8AC3E}">
        <p14:creationId xmlns:p14="http://schemas.microsoft.com/office/powerpoint/2010/main" val="13349286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50C74F3-63A6-48A5-B72F-A86B4D2B89AA}" type="datetime1">
              <a:rPr lang="en-US" smtClean="0"/>
              <a:t>5/30/2023</a:t>
            </a:fld>
            <a:endParaRPr lang="en-US"/>
          </a:p>
        </p:txBody>
      </p:sp>
      <p:sp>
        <p:nvSpPr>
          <p:cNvPr id="8" name="Footer Placeholder 7"/>
          <p:cNvSpPr>
            <a:spLocks noGrp="1"/>
          </p:cNvSpPr>
          <p:nvPr>
            <p:ph type="ftr" sz="quarter" idx="11"/>
          </p:nvPr>
        </p:nvSpPr>
        <p:spPr/>
        <p:txBody>
          <a:bodyPr/>
          <a:lstStyle/>
          <a:p>
            <a:r>
              <a:rPr lang="en-US"/>
              <a:t>Adage</a:t>
            </a:r>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A2DCBA88-1671-42D3-9686-8895CAE7DED7}" type="slidenum">
              <a:rPr lang="en-US" smtClean="0"/>
              <a:t>‹#›</a:t>
            </a:fld>
            <a:endParaRPr lang="en-US"/>
          </a:p>
        </p:txBody>
      </p:sp>
      <p:pic>
        <p:nvPicPr>
          <p:cNvPr id="11" name="Bildobjekt 7">
            <a:extLst>
              <a:ext uri="{FF2B5EF4-FFF2-40B4-BE49-F238E27FC236}">
                <a16:creationId xmlns:a16="http://schemas.microsoft.com/office/drawing/2014/main" id="{77A9BEE0-40EC-49D4-B697-90EEE7161E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536458" cy="3860800"/>
          </a:xfrm>
          <a:prstGeom prst="rect">
            <a:avLst/>
          </a:prstGeom>
        </p:spPr>
      </p:pic>
      <p:pic>
        <p:nvPicPr>
          <p:cNvPr id="12" name="Picture 11" descr="A picture containing light&#10;&#10;Description automatically generated">
            <a:extLst>
              <a:ext uri="{FF2B5EF4-FFF2-40B4-BE49-F238E27FC236}">
                <a16:creationId xmlns:a16="http://schemas.microsoft.com/office/drawing/2014/main" id="{D74D844D-51D0-48C5-BE4F-E50D15CA606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657549" y="6322145"/>
            <a:ext cx="358387" cy="433533"/>
          </a:xfrm>
          <a:prstGeom prst="rect">
            <a:avLst/>
          </a:prstGeom>
        </p:spPr>
      </p:pic>
    </p:spTree>
    <p:extLst>
      <p:ext uri="{BB962C8B-B14F-4D97-AF65-F5344CB8AC3E}">
        <p14:creationId xmlns:p14="http://schemas.microsoft.com/office/powerpoint/2010/main" val="520559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A173201-05BC-4EEC-8B46-67989DE22D36}" type="datetime1">
              <a:rPr lang="en-US" smtClean="0"/>
              <a:t>5/30/2023</a:t>
            </a:fld>
            <a:endParaRPr lang="en-US"/>
          </a:p>
        </p:txBody>
      </p:sp>
      <p:sp>
        <p:nvSpPr>
          <p:cNvPr id="4" name="Footer Placeholder 3"/>
          <p:cNvSpPr>
            <a:spLocks noGrp="1"/>
          </p:cNvSpPr>
          <p:nvPr>
            <p:ph type="ftr" sz="quarter" idx="11"/>
          </p:nvPr>
        </p:nvSpPr>
        <p:spPr/>
        <p:txBody>
          <a:bodyPr/>
          <a:lstStyle/>
          <a:p>
            <a:r>
              <a:rPr lang="en-US"/>
              <a:t>Adage</a:t>
            </a:r>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lvl1pPr algn="r">
              <a:defRPr/>
            </a:lvl1pPr>
          </a:lstStyle>
          <a:p>
            <a:fld id="{A2DCBA88-1671-42D3-9686-8895CAE7DED7}" type="slidenum">
              <a:rPr lang="en-US" smtClean="0"/>
              <a:pPr/>
              <a:t>‹#›</a:t>
            </a:fld>
            <a:endParaRPr lang="en-US"/>
          </a:p>
        </p:txBody>
      </p:sp>
      <p:pic>
        <p:nvPicPr>
          <p:cNvPr id="7" name="Bildobjekt 7">
            <a:extLst>
              <a:ext uri="{FF2B5EF4-FFF2-40B4-BE49-F238E27FC236}">
                <a16:creationId xmlns:a16="http://schemas.microsoft.com/office/drawing/2014/main" id="{5986F050-A3EC-487D-91D3-3E30980A410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536458" cy="3860800"/>
          </a:xfrm>
          <a:prstGeom prst="rect">
            <a:avLst/>
          </a:prstGeom>
        </p:spPr>
      </p:pic>
      <p:pic>
        <p:nvPicPr>
          <p:cNvPr id="8" name="Picture 7" descr="A picture containing light&#10;&#10;Description automatically generated">
            <a:extLst>
              <a:ext uri="{FF2B5EF4-FFF2-40B4-BE49-F238E27FC236}">
                <a16:creationId xmlns:a16="http://schemas.microsoft.com/office/drawing/2014/main" id="{3950149A-BDDF-4769-AFE3-A32AB420FCB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657549" y="6322145"/>
            <a:ext cx="358387" cy="433533"/>
          </a:xfrm>
          <a:prstGeom prst="rect">
            <a:avLst/>
          </a:prstGeom>
        </p:spPr>
      </p:pic>
    </p:spTree>
    <p:extLst>
      <p:ext uri="{BB962C8B-B14F-4D97-AF65-F5344CB8AC3E}">
        <p14:creationId xmlns:p14="http://schemas.microsoft.com/office/powerpoint/2010/main" val="3577061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rgbClr val="CBDFDD"/>
        </a:solidFill>
        <a:effectLst/>
      </p:bgPr>
    </p:bg>
    <p:spTree>
      <p:nvGrpSpPr>
        <p:cNvPr id="1" name=""/>
        <p:cNvGrpSpPr/>
        <p:nvPr/>
      </p:nvGrpSpPr>
      <p:grpSpPr>
        <a:xfrm>
          <a:off x="0" y="0"/>
          <a:ext cx="0" cy="0"/>
          <a:chOff x="0" y="0"/>
          <a:chExt cx="0" cy="0"/>
        </a:xfrm>
      </p:grpSpPr>
      <p:pic>
        <p:nvPicPr>
          <p:cNvPr id="8" name="Picture 7" descr="A picture containing light&#10;&#10;Description automatically generated">
            <a:extLst>
              <a:ext uri="{FF2B5EF4-FFF2-40B4-BE49-F238E27FC236}">
                <a16:creationId xmlns:a16="http://schemas.microsoft.com/office/drawing/2014/main" id="{B3EF3904-1938-4994-8337-C47907AE0E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42073" y="2275058"/>
            <a:ext cx="1907854" cy="2307884"/>
          </a:xfrm>
          <a:prstGeom prst="rect">
            <a:avLst/>
          </a:prstGeom>
        </p:spPr>
      </p:pic>
    </p:spTree>
    <p:extLst>
      <p:ext uri="{BB962C8B-B14F-4D97-AF65-F5344CB8AC3E}">
        <p14:creationId xmlns:p14="http://schemas.microsoft.com/office/powerpoint/2010/main" val="19340345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3BA13D6B-2270-4601-95A2-214F7D62C768}" type="datetime1">
              <a:rPr lang="en-US" smtClean="0"/>
              <a:t>5/30/2023</a:t>
            </a:fld>
            <a:endParaRPr lang="en-US"/>
          </a:p>
        </p:txBody>
      </p:sp>
      <p:sp>
        <p:nvSpPr>
          <p:cNvPr id="5" name="Footer Placeholder 4"/>
          <p:cNvSpPr>
            <a:spLocks noGrp="1"/>
          </p:cNvSpPr>
          <p:nvPr>
            <p:ph type="ftr" sz="quarter" idx="3"/>
          </p:nvPr>
        </p:nvSpPr>
        <p:spPr>
          <a:xfrm>
            <a:off x="4038600" y="6468023"/>
            <a:ext cx="4114800" cy="365125"/>
          </a:xfrm>
          <a:prstGeom prst="rect">
            <a:avLst/>
          </a:prstGeom>
        </p:spPr>
        <p:txBody>
          <a:bodyPr vert="horz" lIns="91440" tIns="45720" rIns="91440" bIns="45720" rtlCol="0" anchor="ctr"/>
          <a:lstStyle>
            <a:lvl1pPr algn="ctr">
              <a:defRPr sz="800">
                <a:solidFill>
                  <a:schemeClr val="tx1">
                    <a:tint val="75000"/>
                  </a:schemeClr>
                </a:solidFill>
              </a:defRPr>
            </a:lvl1pPr>
          </a:lstStyle>
          <a:p>
            <a:r>
              <a:rPr lang="en-US"/>
              <a:t>Adage</a:t>
            </a:r>
          </a:p>
        </p:txBody>
      </p:sp>
      <p:pic>
        <p:nvPicPr>
          <p:cNvPr id="6" name="Picture 5" descr="A picture containing light&#10;&#10;Description automatically generated">
            <a:extLst>
              <a:ext uri="{FF2B5EF4-FFF2-40B4-BE49-F238E27FC236}">
                <a16:creationId xmlns:a16="http://schemas.microsoft.com/office/drawing/2014/main" id="{CC14DDE5-36E4-4FD2-A054-90725ABB7550}"/>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1657549" y="6322145"/>
            <a:ext cx="358387" cy="433533"/>
          </a:xfrm>
          <a:prstGeom prst="rect">
            <a:avLst/>
          </a:prstGeom>
        </p:spPr>
      </p:pic>
    </p:spTree>
    <p:extLst>
      <p:ext uri="{BB962C8B-B14F-4D97-AF65-F5344CB8AC3E}">
        <p14:creationId xmlns:p14="http://schemas.microsoft.com/office/powerpoint/2010/main" val="13834709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4" r:id="rId4"/>
    <p:sldLayoutId id="2147483663" r:id="rId5"/>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Subtitle 5">
            <a:extLst>
              <a:ext uri="{FF2B5EF4-FFF2-40B4-BE49-F238E27FC236}">
                <a16:creationId xmlns:a16="http://schemas.microsoft.com/office/drawing/2014/main" id="{19485261-8130-43E3-84F5-7EC25DACDE56}"/>
              </a:ext>
            </a:extLst>
          </p:cNvPr>
          <p:cNvSpPr>
            <a:spLocks noGrp="1"/>
          </p:cNvSpPr>
          <p:nvPr>
            <p:ph type="subTitle" idx="1"/>
          </p:nvPr>
        </p:nvSpPr>
        <p:spPr>
          <a:xfrm>
            <a:off x="584494" y="5901630"/>
            <a:ext cx="6483457" cy="526636"/>
          </a:xfrm>
        </p:spPr>
        <p:txBody>
          <a:bodyPr>
            <a:noAutofit/>
          </a:bodyPr>
          <a:lstStyle/>
          <a:p>
            <a:pPr algn="r"/>
            <a:br>
              <a:rPr lang="en-US" sz="4800" cap="all">
                <a:latin typeface="+mj-lt"/>
              </a:rPr>
            </a:br>
            <a:endParaRPr lang="en-US" sz="2800" cap="all">
              <a:latin typeface="+mj-lt"/>
            </a:endParaRPr>
          </a:p>
        </p:txBody>
      </p:sp>
      <p:sp>
        <p:nvSpPr>
          <p:cNvPr id="4" name="Platshållare för sidfot 3">
            <a:extLst>
              <a:ext uri="{FF2B5EF4-FFF2-40B4-BE49-F238E27FC236}">
                <a16:creationId xmlns:a16="http://schemas.microsoft.com/office/drawing/2014/main" id="{E2E2177E-01AC-4674-8EF1-CB0262CD8619}"/>
              </a:ext>
            </a:extLst>
          </p:cNvPr>
          <p:cNvSpPr>
            <a:spLocks noGrp="1"/>
          </p:cNvSpPr>
          <p:nvPr>
            <p:ph type="ftr" sz="quarter" idx="11"/>
          </p:nvPr>
        </p:nvSpPr>
        <p:spPr/>
        <p:txBody>
          <a:bodyPr/>
          <a:lstStyle/>
          <a:p>
            <a:r>
              <a:rPr lang="en-US"/>
              <a:t>Adage</a:t>
            </a:r>
          </a:p>
        </p:txBody>
      </p:sp>
      <p:sp>
        <p:nvSpPr>
          <p:cNvPr id="2" name="textruta 1">
            <a:extLst>
              <a:ext uri="{FF2B5EF4-FFF2-40B4-BE49-F238E27FC236}">
                <a16:creationId xmlns:a16="http://schemas.microsoft.com/office/drawing/2014/main" id="{8E76C2CD-B2CF-47EC-8005-D002E7D396B8}"/>
              </a:ext>
            </a:extLst>
          </p:cNvPr>
          <p:cNvSpPr txBox="1"/>
          <p:nvPr/>
        </p:nvSpPr>
        <p:spPr>
          <a:xfrm>
            <a:off x="485674" y="5901630"/>
            <a:ext cx="8188063" cy="1077218"/>
          </a:xfrm>
          <a:prstGeom prst="rect">
            <a:avLst/>
          </a:prstGeom>
          <a:noFill/>
        </p:spPr>
        <p:txBody>
          <a:bodyPr wrap="square" rtlCol="0">
            <a:spAutoFit/>
          </a:bodyPr>
          <a:lstStyle/>
          <a:p>
            <a:r>
              <a:rPr lang="en-US" sz="3200" dirty="0"/>
              <a:t>Work Force Management Synthetic data &amp; Dashboards</a:t>
            </a:r>
          </a:p>
        </p:txBody>
      </p:sp>
    </p:spTree>
    <p:extLst>
      <p:ext uri="{BB962C8B-B14F-4D97-AF65-F5344CB8AC3E}">
        <p14:creationId xmlns:p14="http://schemas.microsoft.com/office/powerpoint/2010/main" val="17807765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1171E-7930-4A03-8496-D33812EF3BB2}"/>
              </a:ext>
            </a:extLst>
          </p:cNvPr>
          <p:cNvSpPr>
            <a:spLocks noGrp="1"/>
          </p:cNvSpPr>
          <p:nvPr>
            <p:ph type="title"/>
          </p:nvPr>
        </p:nvSpPr>
        <p:spPr/>
        <p:txBody>
          <a:bodyPr/>
          <a:lstStyle/>
          <a:p>
            <a:r>
              <a:rPr lang="en-GB" dirty="0"/>
              <a:t>Agenda</a:t>
            </a:r>
          </a:p>
        </p:txBody>
      </p:sp>
      <p:sp>
        <p:nvSpPr>
          <p:cNvPr id="3" name="Content Placeholder 2">
            <a:extLst>
              <a:ext uri="{FF2B5EF4-FFF2-40B4-BE49-F238E27FC236}">
                <a16:creationId xmlns:a16="http://schemas.microsoft.com/office/drawing/2014/main" id="{01957A13-0139-4DD6-A824-267DF02F6C6C}"/>
              </a:ext>
            </a:extLst>
          </p:cNvPr>
          <p:cNvSpPr>
            <a:spLocks noGrp="1"/>
          </p:cNvSpPr>
          <p:nvPr>
            <p:ph idx="1"/>
          </p:nvPr>
        </p:nvSpPr>
        <p:spPr/>
        <p:txBody>
          <a:bodyPr>
            <a:normAutofit fontScale="92500" lnSpcReduction="20000"/>
          </a:bodyPr>
          <a:lstStyle/>
          <a:p>
            <a:r>
              <a:rPr lang="en-GB" dirty="0"/>
              <a:t>Context</a:t>
            </a:r>
          </a:p>
          <a:p>
            <a:r>
              <a:rPr lang="en-GB" dirty="0"/>
              <a:t>Technologies</a:t>
            </a:r>
          </a:p>
          <a:p>
            <a:r>
              <a:rPr lang="en-GB" dirty="0"/>
              <a:t>Methodology</a:t>
            </a:r>
          </a:p>
          <a:p>
            <a:r>
              <a:rPr lang="en-GB" dirty="0"/>
              <a:t>Report</a:t>
            </a:r>
          </a:p>
          <a:p>
            <a:r>
              <a:rPr lang="en-GB" dirty="0"/>
              <a:t>Next Steps</a:t>
            </a:r>
          </a:p>
          <a:p>
            <a:r>
              <a:rPr lang="en-GB" dirty="0"/>
              <a:t>Q&amp;A</a:t>
            </a:r>
          </a:p>
          <a:p>
            <a:r>
              <a:rPr lang="en-GB" dirty="0"/>
              <a:t>Situation</a:t>
            </a:r>
          </a:p>
          <a:p>
            <a:r>
              <a:rPr lang="en-GB" dirty="0"/>
              <a:t>Complication</a:t>
            </a:r>
          </a:p>
          <a:p>
            <a:r>
              <a:rPr lang="en-GB" dirty="0"/>
              <a:t>Questions</a:t>
            </a:r>
          </a:p>
          <a:p>
            <a:r>
              <a:rPr lang="en-GB" dirty="0"/>
              <a:t>Answer</a:t>
            </a:r>
          </a:p>
        </p:txBody>
      </p:sp>
      <p:sp>
        <p:nvSpPr>
          <p:cNvPr id="4" name="Footer Placeholder 3">
            <a:extLst>
              <a:ext uri="{FF2B5EF4-FFF2-40B4-BE49-F238E27FC236}">
                <a16:creationId xmlns:a16="http://schemas.microsoft.com/office/drawing/2014/main" id="{26E8D908-EEF2-45C2-AE4E-78D1281A9F38}"/>
              </a:ext>
            </a:extLst>
          </p:cNvPr>
          <p:cNvSpPr>
            <a:spLocks noGrp="1"/>
          </p:cNvSpPr>
          <p:nvPr>
            <p:ph type="ftr" sz="quarter" idx="11"/>
          </p:nvPr>
        </p:nvSpPr>
        <p:spPr/>
        <p:txBody>
          <a:bodyPr/>
          <a:lstStyle/>
          <a:p>
            <a:r>
              <a:rPr lang="en-US"/>
              <a:t>Adage</a:t>
            </a:r>
          </a:p>
        </p:txBody>
      </p:sp>
      <p:sp>
        <p:nvSpPr>
          <p:cNvPr id="5" name="Slide Number Placeholder 4">
            <a:extLst>
              <a:ext uri="{FF2B5EF4-FFF2-40B4-BE49-F238E27FC236}">
                <a16:creationId xmlns:a16="http://schemas.microsoft.com/office/drawing/2014/main" id="{884C3A7B-B284-4532-AB26-D78D31EEB398}"/>
              </a:ext>
            </a:extLst>
          </p:cNvPr>
          <p:cNvSpPr>
            <a:spLocks noGrp="1"/>
          </p:cNvSpPr>
          <p:nvPr>
            <p:ph type="sldNum" sz="quarter" idx="12"/>
          </p:nvPr>
        </p:nvSpPr>
        <p:spPr/>
        <p:txBody>
          <a:bodyPr/>
          <a:lstStyle/>
          <a:p>
            <a:fld id="{A2DCBA88-1671-42D3-9686-8895CAE7DED7}" type="slidenum">
              <a:rPr lang="en-US" smtClean="0"/>
              <a:t>2</a:t>
            </a:fld>
            <a:endParaRPr lang="en-US"/>
          </a:p>
        </p:txBody>
      </p:sp>
    </p:spTree>
    <p:extLst>
      <p:ext uri="{BB962C8B-B14F-4D97-AF65-F5344CB8AC3E}">
        <p14:creationId xmlns:p14="http://schemas.microsoft.com/office/powerpoint/2010/main" val="1465271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AD9EA-F76D-447A-8B01-8912F8B1238B}"/>
              </a:ext>
            </a:extLst>
          </p:cNvPr>
          <p:cNvSpPr>
            <a:spLocks noGrp="1"/>
          </p:cNvSpPr>
          <p:nvPr>
            <p:ph type="title"/>
          </p:nvPr>
        </p:nvSpPr>
        <p:spPr/>
        <p:txBody>
          <a:bodyPr/>
          <a:lstStyle/>
          <a:p>
            <a:r>
              <a:rPr lang="en-US" dirty="0"/>
              <a:t>Context</a:t>
            </a:r>
          </a:p>
        </p:txBody>
      </p:sp>
      <p:sp>
        <p:nvSpPr>
          <p:cNvPr id="3" name="Content Placeholder 2">
            <a:extLst>
              <a:ext uri="{FF2B5EF4-FFF2-40B4-BE49-F238E27FC236}">
                <a16:creationId xmlns:a16="http://schemas.microsoft.com/office/drawing/2014/main" id="{CBACED1C-472B-863B-8E43-6AFE1C855888}"/>
              </a:ext>
            </a:extLst>
          </p:cNvPr>
          <p:cNvSpPr>
            <a:spLocks noGrp="1"/>
          </p:cNvSpPr>
          <p:nvPr>
            <p:ph idx="1"/>
          </p:nvPr>
        </p:nvSpPr>
        <p:spPr/>
        <p:txBody>
          <a:bodyPr/>
          <a:lstStyle/>
          <a:p>
            <a:r>
              <a:rPr lang="en-US" dirty="0"/>
              <a:t>The project endeavor to produce code that generates realistic seaming work force management data for the purpose of reporting and analysis testing.</a:t>
            </a:r>
          </a:p>
          <a:p>
            <a:r>
              <a:rPr lang="en-US" dirty="0"/>
              <a:t>The project uses the system </a:t>
            </a:r>
            <a:r>
              <a:rPr lang="en-US" dirty="0" err="1"/>
              <a:t>Quinyx</a:t>
            </a:r>
            <a:r>
              <a:rPr lang="en-US" dirty="0"/>
              <a:t> as a template for the source data.</a:t>
            </a:r>
          </a:p>
          <a:p>
            <a:endParaRPr lang="en-US" dirty="0"/>
          </a:p>
        </p:txBody>
      </p:sp>
      <p:sp>
        <p:nvSpPr>
          <p:cNvPr id="4" name="Footer Placeholder 3">
            <a:extLst>
              <a:ext uri="{FF2B5EF4-FFF2-40B4-BE49-F238E27FC236}">
                <a16:creationId xmlns:a16="http://schemas.microsoft.com/office/drawing/2014/main" id="{E4BC6BB1-09CA-9672-054C-CC77BC532573}"/>
              </a:ext>
            </a:extLst>
          </p:cNvPr>
          <p:cNvSpPr>
            <a:spLocks noGrp="1"/>
          </p:cNvSpPr>
          <p:nvPr>
            <p:ph type="ftr" sz="quarter" idx="11"/>
          </p:nvPr>
        </p:nvSpPr>
        <p:spPr/>
        <p:txBody>
          <a:bodyPr/>
          <a:lstStyle/>
          <a:p>
            <a:r>
              <a:rPr lang="en-US" dirty="0"/>
              <a:t>Adage</a:t>
            </a:r>
          </a:p>
        </p:txBody>
      </p:sp>
      <p:sp>
        <p:nvSpPr>
          <p:cNvPr id="5" name="Slide Number Placeholder 4">
            <a:extLst>
              <a:ext uri="{FF2B5EF4-FFF2-40B4-BE49-F238E27FC236}">
                <a16:creationId xmlns:a16="http://schemas.microsoft.com/office/drawing/2014/main" id="{27196D7F-10F7-393E-882B-BEDDEC50E73F}"/>
              </a:ext>
            </a:extLst>
          </p:cNvPr>
          <p:cNvSpPr>
            <a:spLocks noGrp="1"/>
          </p:cNvSpPr>
          <p:nvPr>
            <p:ph type="sldNum" sz="quarter" idx="12"/>
          </p:nvPr>
        </p:nvSpPr>
        <p:spPr/>
        <p:txBody>
          <a:bodyPr/>
          <a:lstStyle/>
          <a:p>
            <a:fld id="{A2DCBA88-1671-42D3-9686-8895CAE7DED7}" type="slidenum">
              <a:rPr lang="en-US" smtClean="0"/>
              <a:t>3</a:t>
            </a:fld>
            <a:endParaRPr lang="en-US" dirty="0"/>
          </a:p>
        </p:txBody>
      </p:sp>
    </p:spTree>
    <p:extLst>
      <p:ext uri="{BB962C8B-B14F-4D97-AF65-F5344CB8AC3E}">
        <p14:creationId xmlns:p14="http://schemas.microsoft.com/office/powerpoint/2010/main" val="37559918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77132-50C2-2CC7-CBA8-A1B840DE0F96}"/>
              </a:ext>
            </a:extLst>
          </p:cNvPr>
          <p:cNvSpPr>
            <a:spLocks noGrp="1"/>
          </p:cNvSpPr>
          <p:nvPr>
            <p:ph type="title"/>
          </p:nvPr>
        </p:nvSpPr>
        <p:spPr/>
        <p:txBody>
          <a:bodyPr/>
          <a:lstStyle/>
          <a:p>
            <a:r>
              <a:rPr lang="en-US" dirty="0">
                <a:solidFill>
                  <a:srgbClr val="3F7593"/>
                </a:solidFill>
              </a:rPr>
              <a:t>Project Components &amp; Technologies</a:t>
            </a:r>
          </a:p>
        </p:txBody>
      </p:sp>
      <p:sp>
        <p:nvSpPr>
          <p:cNvPr id="6" name="Text Placeholder 5">
            <a:extLst>
              <a:ext uri="{FF2B5EF4-FFF2-40B4-BE49-F238E27FC236}">
                <a16:creationId xmlns:a16="http://schemas.microsoft.com/office/drawing/2014/main" id="{C0C70416-1F5C-3890-406E-AC2A55823F79}"/>
              </a:ext>
            </a:extLst>
          </p:cNvPr>
          <p:cNvSpPr>
            <a:spLocks noGrp="1"/>
          </p:cNvSpPr>
          <p:nvPr>
            <p:ph type="body" idx="1"/>
          </p:nvPr>
        </p:nvSpPr>
        <p:spPr/>
        <p:txBody>
          <a:bodyPr/>
          <a:lstStyle/>
          <a:p>
            <a:r>
              <a:rPr lang="en-US" dirty="0"/>
              <a:t>Project Components</a:t>
            </a:r>
          </a:p>
        </p:txBody>
      </p:sp>
      <p:sp>
        <p:nvSpPr>
          <p:cNvPr id="7" name="Content Placeholder 6">
            <a:extLst>
              <a:ext uri="{FF2B5EF4-FFF2-40B4-BE49-F238E27FC236}">
                <a16:creationId xmlns:a16="http://schemas.microsoft.com/office/drawing/2014/main" id="{FA22F5A8-F9F0-8957-0136-8873C3B8697F}"/>
              </a:ext>
            </a:extLst>
          </p:cNvPr>
          <p:cNvSpPr>
            <a:spLocks noGrp="1"/>
          </p:cNvSpPr>
          <p:nvPr>
            <p:ph sz="half" idx="2"/>
          </p:nvPr>
        </p:nvSpPr>
        <p:spPr/>
        <p:txBody>
          <a:bodyPr>
            <a:normAutofit/>
          </a:bodyPr>
          <a:lstStyle/>
          <a:p>
            <a:endParaRPr lang="en-US" dirty="0"/>
          </a:p>
          <a:p>
            <a:r>
              <a:rPr lang="en-US" dirty="0"/>
              <a:t>A data model</a:t>
            </a:r>
          </a:p>
          <a:p>
            <a:pPr lvl="1"/>
            <a:r>
              <a:rPr lang="en-US" dirty="0"/>
              <a:t>Original data names from </a:t>
            </a:r>
            <a:r>
              <a:rPr lang="en-US" dirty="0" err="1"/>
              <a:t>Quinix</a:t>
            </a:r>
            <a:endParaRPr lang="en-US" dirty="0"/>
          </a:p>
          <a:p>
            <a:pPr lvl="1"/>
            <a:r>
              <a:rPr lang="en-US" dirty="0"/>
              <a:t>Standard Data​ - 3NF​</a:t>
            </a:r>
          </a:p>
          <a:p>
            <a:pPr lvl="1"/>
            <a:r>
              <a:rPr lang="en-US" dirty="0"/>
              <a:t> Dimensional Model</a:t>
            </a:r>
          </a:p>
          <a:p>
            <a:r>
              <a:rPr lang="en-US" dirty="0"/>
              <a:t>Synthetic data generator</a:t>
            </a:r>
          </a:p>
          <a:p>
            <a:r>
              <a:rPr lang="en-US" dirty="0"/>
              <a:t>Power BI dashboard</a:t>
            </a:r>
          </a:p>
        </p:txBody>
      </p:sp>
      <p:sp>
        <p:nvSpPr>
          <p:cNvPr id="8" name="Text Placeholder 7">
            <a:extLst>
              <a:ext uri="{FF2B5EF4-FFF2-40B4-BE49-F238E27FC236}">
                <a16:creationId xmlns:a16="http://schemas.microsoft.com/office/drawing/2014/main" id="{E34A9F35-45C2-D065-BBFF-8FC9FCA1F235}"/>
              </a:ext>
            </a:extLst>
          </p:cNvPr>
          <p:cNvSpPr>
            <a:spLocks noGrp="1"/>
          </p:cNvSpPr>
          <p:nvPr>
            <p:ph type="body" sz="quarter" idx="3"/>
          </p:nvPr>
        </p:nvSpPr>
        <p:spPr/>
        <p:txBody>
          <a:bodyPr/>
          <a:lstStyle/>
          <a:p>
            <a:r>
              <a:rPr lang="en-US" dirty="0"/>
              <a:t>Technologies</a:t>
            </a:r>
          </a:p>
        </p:txBody>
      </p:sp>
      <p:sp>
        <p:nvSpPr>
          <p:cNvPr id="9" name="Content Placeholder 8">
            <a:extLst>
              <a:ext uri="{FF2B5EF4-FFF2-40B4-BE49-F238E27FC236}">
                <a16:creationId xmlns:a16="http://schemas.microsoft.com/office/drawing/2014/main" id="{24BC2B32-A33A-5C7D-0476-053BDA3FD10B}"/>
              </a:ext>
            </a:extLst>
          </p:cNvPr>
          <p:cNvSpPr>
            <a:spLocks noGrp="1"/>
          </p:cNvSpPr>
          <p:nvPr>
            <p:ph sz="quarter" idx="4"/>
          </p:nvPr>
        </p:nvSpPr>
        <p:spPr/>
        <p:txBody>
          <a:bodyPr>
            <a:normAutofit/>
          </a:bodyPr>
          <a:lstStyle/>
          <a:p>
            <a:r>
              <a:rPr lang="en-US" dirty="0"/>
              <a:t>Databricks Notebooks</a:t>
            </a:r>
          </a:p>
          <a:p>
            <a:r>
              <a:rPr lang="en-US" dirty="0"/>
              <a:t>Databricks Delta Tables</a:t>
            </a:r>
          </a:p>
          <a:p>
            <a:r>
              <a:rPr lang="en-US" dirty="0"/>
              <a:t>Databricks warehouse with hive </a:t>
            </a:r>
            <a:r>
              <a:rPr lang="en-US" dirty="0" err="1"/>
              <a:t>metastore</a:t>
            </a:r>
            <a:endParaRPr lang="en-US" dirty="0"/>
          </a:p>
          <a:p>
            <a:r>
              <a:rPr lang="en-US" dirty="0" err="1"/>
              <a:t>PowerBI</a:t>
            </a:r>
            <a:endParaRPr lang="en-US" dirty="0"/>
          </a:p>
        </p:txBody>
      </p:sp>
      <p:sp>
        <p:nvSpPr>
          <p:cNvPr id="4" name="Footer Placeholder 3">
            <a:extLst>
              <a:ext uri="{FF2B5EF4-FFF2-40B4-BE49-F238E27FC236}">
                <a16:creationId xmlns:a16="http://schemas.microsoft.com/office/drawing/2014/main" id="{63736DEA-4F00-C435-567C-A2171831D786}"/>
              </a:ext>
            </a:extLst>
          </p:cNvPr>
          <p:cNvSpPr>
            <a:spLocks noGrp="1"/>
          </p:cNvSpPr>
          <p:nvPr>
            <p:ph type="ftr" sz="quarter" idx="11"/>
          </p:nvPr>
        </p:nvSpPr>
        <p:spPr/>
        <p:txBody>
          <a:bodyPr/>
          <a:lstStyle/>
          <a:p>
            <a:r>
              <a:rPr lang="en-US" dirty="0"/>
              <a:t>Adage</a:t>
            </a:r>
          </a:p>
        </p:txBody>
      </p:sp>
      <p:sp>
        <p:nvSpPr>
          <p:cNvPr id="5" name="Slide Number Placeholder 4">
            <a:extLst>
              <a:ext uri="{FF2B5EF4-FFF2-40B4-BE49-F238E27FC236}">
                <a16:creationId xmlns:a16="http://schemas.microsoft.com/office/drawing/2014/main" id="{FEB15489-2C59-B728-3DC9-508B03AA5029}"/>
              </a:ext>
            </a:extLst>
          </p:cNvPr>
          <p:cNvSpPr>
            <a:spLocks noGrp="1"/>
          </p:cNvSpPr>
          <p:nvPr>
            <p:ph type="sldNum" sz="quarter" idx="12"/>
          </p:nvPr>
        </p:nvSpPr>
        <p:spPr/>
        <p:txBody>
          <a:bodyPr/>
          <a:lstStyle/>
          <a:p>
            <a:fld id="{A2DCBA88-1671-42D3-9686-8895CAE7DED7}" type="slidenum">
              <a:rPr lang="en-US" smtClean="0"/>
              <a:t>4</a:t>
            </a:fld>
            <a:endParaRPr lang="en-US" dirty="0"/>
          </a:p>
        </p:txBody>
      </p:sp>
    </p:spTree>
    <p:extLst>
      <p:ext uri="{BB962C8B-B14F-4D97-AF65-F5344CB8AC3E}">
        <p14:creationId xmlns:p14="http://schemas.microsoft.com/office/powerpoint/2010/main" val="12457955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CB6AB-6D0A-8998-BC54-2BD7768D8567}"/>
              </a:ext>
            </a:extLst>
          </p:cNvPr>
          <p:cNvSpPr>
            <a:spLocks noGrp="1"/>
          </p:cNvSpPr>
          <p:nvPr>
            <p:ph type="title"/>
          </p:nvPr>
        </p:nvSpPr>
        <p:spPr/>
        <p:txBody>
          <a:bodyPr/>
          <a:lstStyle/>
          <a:p>
            <a:r>
              <a:rPr lang="sv-SE" dirty="0" err="1"/>
              <a:t>Methodology</a:t>
            </a:r>
            <a:endParaRPr lang="sv-SE" dirty="0"/>
          </a:p>
        </p:txBody>
      </p:sp>
      <p:sp>
        <p:nvSpPr>
          <p:cNvPr id="3" name="Content Placeholder 2">
            <a:extLst>
              <a:ext uri="{FF2B5EF4-FFF2-40B4-BE49-F238E27FC236}">
                <a16:creationId xmlns:a16="http://schemas.microsoft.com/office/drawing/2014/main" id="{1541E751-B159-A4E1-DB5C-0E1C9109734B}"/>
              </a:ext>
            </a:extLst>
          </p:cNvPr>
          <p:cNvSpPr>
            <a:spLocks noGrp="1"/>
          </p:cNvSpPr>
          <p:nvPr>
            <p:ph idx="1"/>
          </p:nvPr>
        </p:nvSpPr>
        <p:spPr/>
        <p:txBody>
          <a:bodyPr>
            <a:normAutofit fontScale="55000" lnSpcReduction="20000"/>
          </a:bodyPr>
          <a:lstStyle/>
          <a:p>
            <a:r>
              <a:rPr lang="en-US" dirty="0"/>
              <a:t>Initially, the </a:t>
            </a:r>
            <a:r>
              <a:rPr lang="en-US" dirty="0" err="1"/>
              <a:t>Quinyx</a:t>
            </a:r>
            <a:r>
              <a:rPr lang="en-US" dirty="0"/>
              <a:t> API returns were listed and investigated for usefulness and ease of comprehension.</a:t>
            </a:r>
          </a:p>
          <a:p>
            <a:r>
              <a:rPr lang="en-US" dirty="0"/>
              <a:t>Fields were marked as usable for a planning dashboard and descriptions of their content were given, as well as a general data profiling was performed.</a:t>
            </a:r>
          </a:p>
          <a:p>
            <a:r>
              <a:rPr lang="en-US" dirty="0"/>
              <a:t>The standard data was created following the 3rd normal form (3NF). This approach was chosen due to 3NFs reduction of duplication of information.</a:t>
            </a:r>
          </a:p>
          <a:p>
            <a:r>
              <a:rPr lang="en-US" dirty="0"/>
              <a:t>During this step, additional fields and/or entities were created to create a more complete picture and fulfil the needs of the eventual reports and dashboards.</a:t>
            </a:r>
          </a:p>
          <a:p>
            <a:r>
              <a:rPr lang="en-US" dirty="0"/>
              <a:t>A dimensional model was created by identifying the existing entities as dimensions or facts and any needed fact tables being added. This step allowed for the creation of most of the needed calculations for the planned reports and dashboards.</a:t>
            </a:r>
          </a:p>
          <a:p>
            <a:r>
              <a:rPr lang="en-US" dirty="0"/>
              <a:t>The data generator was made using python in a </a:t>
            </a:r>
            <a:r>
              <a:rPr lang="en-US" dirty="0" err="1"/>
              <a:t>databricks</a:t>
            </a:r>
            <a:r>
              <a:rPr lang="en-US" dirty="0"/>
              <a:t> notebooks.</a:t>
            </a:r>
          </a:p>
          <a:p>
            <a:r>
              <a:rPr lang="en-US" dirty="0"/>
              <a:t>Any data files needed as ranges for the data generator were uploaded as csv in the warehouse and loaded in the notebooks with an SQL call.</a:t>
            </a:r>
          </a:p>
          <a:p>
            <a:r>
              <a:rPr lang="en-US" dirty="0"/>
              <a:t>Pandas datasets were created for each of the entities in the dimensional model, with the exception of fields that were identified as not needed for the reports in the end. Each generated dataset was written back to the </a:t>
            </a:r>
            <a:r>
              <a:rPr lang="en-US" dirty="0" err="1"/>
              <a:t>databrikcs</a:t>
            </a:r>
            <a:r>
              <a:rPr lang="en-US" dirty="0"/>
              <a:t> warehouse as a delta table with the override option.</a:t>
            </a:r>
          </a:p>
          <a:p>
            <a:r>
              <a:rPr lang="en-US" dirty="0"/>
              <a:t>At this point only one report was made using the data generated.</a:t>
            </a:r>
          </a:p>
          <a:p>
            <a:r>
              <a:rPr lang="en-US" dirty="0"/>
              <a:t>The reports were generated using Power BI.</a:t>
            </a:r>
            <a:endParaRPr lang="sv-SE" dirty="0"/>
          </a:p>
        </p:txBody>
      </p:sp>
      <p:sp>
        <p:nvSpPr>
          <p:cNvPr id="4" name="Footer Placeholder 3">
            <a:extLst>
              <a:ext uri="{FF2B5EF4-FFF2-40B4-BE49-F238E27FC236}">
                <a16:creationId xmlns:a16="http://schemas.microsoft.com/office/drawing/2014/main" id="{BE5D7AFC-C6D7-87C2-53D0-841DB1324261}"/>
              </a:ext>
            </a:extLst>
          </p:cNvPr>
          <p:cNvSpPr>
            <a:spLocks noGrp="1"/>
          </p:cNvSpPr>
          <p:nvPr>
            <p:ph type="ftr" sz="quarter" idx="11"/>
          </p:nvPr>
        </p:nvSpPr>
        <p:spPr/>
        <p:txBody>
          <a:bodyPr/>
          <a:lstStyle/>
          <a:p>
            <a:r>
              <a:rPr lang="en-US"/>
              <a:t>Adage</a:t>
            </a:r>
          </a:p>
        </p:txBody>
      </p:sp>
      <p:sp>
        <p:nvSpPr>
          <p:cNvPr id="5" name="Slide Number Placeholder 4">
            <a:extLst>
              <a:ext uri="{FF2B5EF4-FFF2-40B4-BE49-F238E27FC236}">
                <a16:creationId xmlns:a16="http://schemas.microsoft.com/office/drawing/2014/main" id="{C2BC86C9-111D-92C2-05DE-1F6AF293B16B}"/>
              </a:ext>
            </a:extLst>
          </p:cNvPr>
          <p:cNvSpPr>
            <a:spLocks noGrp="1"/>
          </p:cNvSpPr>
          <p:nvPr>
            <p:ph type="sldNum" sz="quarter" idx="12"/>
          </p:nvPr>
        </p:nvSpPr>
        <p:spPr/>
        <p:txBody>
          <a:bodyPr/>
          <a:lstStyle/>
          <a:p>
            <a:fld id="{A2DCBA88-1671-42D3-9686-8895CAE7DED7}" type="slidenum">
              <a:rPr lang="en-US" smtClean="0"/>
              <a:t>5</a:t>
            </a:fld>
            <a:endParaRPr lang="en-US"/>
          </a:p>
        </p:txBody>
      </p:sp>
    </p:spTree>
    <p:extLst>
      <p:ext uri="{BB962C8B-B14F-4D97-AF65-F5344CB8AC3E}">
        <p14:creationId xmlns:p14="http://schemas.microsoft.com/office/powerpoint/2010/main" val="42467181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CB6AB-6D0A-8998-BC54-2BD7768D8567}"/>
              </a:ext>
            </a:extLst>
          </p:cNvPr>
          <p:cNvSpPr>
            <a:spLocks noGrp="1"/>
          </p:cNvSpPr>
          <p:nvPr>
            <p:ph type="title"/>
          </p:nvPr>
        </p:nvSpPr>
        <p:spPr/>
        <p:txBody>
          <a:bodyPr/>
          <a:lstStyle/>
          <a:p>
            <a:r>
              <a:rPr lang="en-US" dirty="0">
                <a:solidFill>
                  <a:srgbClr val="3F7593"/>
                </a:solidFill>
              </a:rPr>
              <a:t>Methodology</a:t>
            </a:r>
          </a:p>
        </p:txBody>
      </p:sp>
      <p:sp>
        <p:nvSpPr>
          <p:cNvPr id="6" name="Text Placeholder 5">
            <a:extLst>
              <a:ext uri="{FF2B5EF4-FFF2-40B4-BE49-F238E27FC236}">
                <a16:creationId xmlns:a16="http://schemas.microsoft.com/office/drawing/2014/main" id="{F84B5241-BD9A-2C28-B6E3-9D84741CF041}"/>
              </a:ext>
            </a:extLst>
          </p:cNvPr>
          <p:cNvSpPr>
            <a:spLocks noGrp="1"/>
          </p:cNvSpPr>
          <p:nvPr>
            <p:ph type="body" idx="1"/>
          </p:nvPr>
        </p:nvSpPr>
        <p:spPr/>
        <p:txBody>
          <a:bodyPr/>
          <a:lstStyle/>
          <a:p>
            <a:endParaRPr lang="sv-SE" dirty="0"/>
          </a:p>
        </p:txBody>
      </p:sp>
      <p:sp>
        <p:nvSpPr>
          <p:cNvPr id="3" name="Content Placeholder 2">
            <a:extLst>
              <a:ext uri="{FF2B5EF4-FFF2-40B4-BE49-F238E27FC236}">
                <a16:creationId xmlns:a16="http://schemas.microsoft.com/office/drawing/2014/main" id="{1541E751-B159-A4E1-DB5C-0E1C9109734B}"/>
              </a:ext>
            </a:extLst>
          </p:cNvPr>
          <p:cNvSpPr>
            <a:spLocks noGrp="1"/>
          </p:cNvSpPr>
          <p:nvPr>
            <p:ph sz="half" idx="2"/>
          </p:nvPr>
        </p:nvSpPr>
        <p:spPr/>
        <p:txBody>
          <a:bodyPr>
            <a:normAutofit fontScale="47500" lnSpcReduction="20000"/>
          </a:bodyPr>
          <a:lstStyle/>
          <a:p>
            <a:r>
              <a:rPr lang="en-US" b="1" dirty="0"/>
              <a:t>Files found or generated online</a:t>
            </a:r>
          </a:p>
          <a:p>
            <a:pPr lvl="1"/>
            <a:r>
              <a:rPr lang="en-US" dirty="0"/>
              <a:t>This applies to the Names of employees, and companies, as well as the names of regions and other localities.</a:t>
            </a:r>
          </a:p>
          <a:p>
            <a:r>
              <a:rPr lang="en-US" b="1" dirty="0"/>
              <a:t>Randomly generated dates and/or numbers and flags</a:t>
            </a:r>
          </a:p>
          <a:p>
            <a:pPr lvl="1"/>
            <a:r>
              <a:rPr lang="en-US" dirty="0"/>
              <a:t>This includes all dates in the data, flags indicating </a:t>
            </a:r>
            <a:r>
              <a:rPr lang="en-US" dirty="0" err="1"/>
              <a:t>delition</a:t>
            </a:r>
            <a:r>
              <a:rPr lang="en-US" dirty="0"/>
              <a:t> or types of employment as well as all types that have a number as a level.</a:t>
            </a:r>
          </a:p>
          <a:p>
            <a:r>
              <a:rPr lang="en-US" b="1" dirty="0"/>
              <a:t>IDs</a:t>
            </a:r>
          </a:p>
          <a:p>
            <a:pPr lvl="1"/>
            <a:r>
              <a:rPr lang="en-US" dirty="0"/>
              <a:t>All IDs in the dataset have been generated by starting at 1111 and increasing by 1 until the desired number of entries was created.</a:t>
            </a:r>
          </a:p>
          <a:p>
            <a:r>
              <a:rPr lang="en-US" b="1" dirty="0"/>
              <a:t>Values selected by other entities</a:t>
            </a:r>
          </a:p>
          <a:p>
            <a:pPr lvl="1"/>
            <a:r>
              <a:rPr lang="en-US" dirty="0"/>
              <a:t>As soon as an entity was created the data in it were stored in a delta table and available for other entities to use. Multiple values could be used from one entity in another. This could include but not </a:t>
            </a:r>
            <a:r>
              <a:rPr lang="en-US" dirty="0" err="1"/>
              <a:t>nesecerily</a:t>
            </a:r>
            <a:r>
              <a:rPr lang="en-US" dirty="0"/>
              <a:t> the ID or other values.</a:t>
            </a:r>
          </a:p>
          <a:p>
            <a:r>
              <a:rPr lang="en-US" dirty="0"/>
              <a:t>Since entities use values from other that are being created in this code, the notebooks need to be run in a specific order. The steps bellow show the steps that need to be taken in order to generate the desired results:</a:t>
            </a:r>
          </a:p>
        </p:txBody>
      </p:sp>
      <p:sp>
        <p:nvSpPr>
          <p:cNvPr id="7" name="Text Placeholder 6">
            <a:extLst>
              <a:ext uri="{FF2B5EF4-FFF2-40B4-BE49-F238E27FC236}">
                <a16:creationId xmlns:a16="http://schemas.microsoft.com/office/drawing/2014/main" id="{DB719B89-1006-9B79-4578-306B7DBFBBAE}"/>
              </a:ext>
            </a:extLst>
          </p:cNvPr>
          <p:cNvSpPr>
            <a:spLocks noGrp="1"/>
          </p:cNvSpPr>
          <p:nvPr>
            <p:ph type="body" sz="quarter" idx="3"/>
          </p:nvPr>
        </p:nvSpPr>
        <p:spPr/>
        <p:txBody>
          <a:bodyPr/>
          <a:lstStyle/>
          <a:p>
            <a:endParaRPr lang="sv-SE" dirty="0"/>
          </a:p>
        </p:txBody>
      </p:sp>
      <p:sp>
        <p:nvSpPr>
          <p:cNvPr id="8" name="Content Placeholder 7">
            <a:extLst>
              <a:ext uri="{FF2B5EF4-FFF2-40B4-BE49-F238E27FC236}">
                <a16:creationId xmlns:a16="http://schemas.microsoft.com/office/drawing/2014/main" id="{F493EF91-FBD6-0E29-5039-D467C44B1C10}"/>
              </a:ext>
            </a:extLst>
          </p:cNvPr>
          <p:cNvSpPr>
            <a:spLocks noGrp="1"/>
          </p:cNvSpPr>
          <p:nvPr>
            <p:ph sz="quarter" idx="4"/>
          </p:nvPr>
        </p:nvSpPr>
        <p:spPr/>
        <p:txBody>
          <a:bodyPr>
            <a:normAutofit fontScale="47500" lnSpcReduction="20000"/>
          </a:bodyPr>
          <a:lstStyle/>
          <a:p>
            <a:r>
              <a:rPr lang="en-US" dirty="0"/>
              <a:t>Upload all files from the `ranges` folder in the </a:t>
            </a:r>
            <a:r>
              <a:rPr lang="en-US" dirty="0" err="1"/>
              <a:t>metastore</a:t>
            </a:r>
            <a:r>
              <a:rPr lang="en-US" dirty="0"/>
              <a:t>.</a:t>
            </a:r>
          </a:p>
          <a:p>
            <a:r>
              <a:rPr lang="en-US" dirty="0"/>
              <a:t>Run the notebooks in this folder int he following order </a:t>
            </a:r>
          </a:p>
          <a:p>
            <a:pPr lvl="1"/>
            <a:r>
              <a:rPr lang="en-US" dirty="0"/>
              <a:t>locality-structures </a:t>
            </a:r>
          </a:p>
          <a:p>
            <a:pPr lvl="1"/>
            <a:r>
              <a:rPr lang="en-US" dirty="0"/>
              <a:t>customers </a:t>
            </a:r>
          </a:p>
          <a:p>
            <a:pPr lvl="1"/>
            <a:r>
              <a:rPr lang="en-US" dirty="0"/>
              <a:t>employees </a:t>
            </a:r>
          </a:p>
          <a:p>
            <a:pPr lvl="1"/>
            <a:r>
              <a:rPr lang="en-US" dirty="0" err="1"/>
              <a:t>employeeScedules</a:t>
            </a:r>
            <a:r>
              <a:rPr lang="en-US" dirty="0"/>
              <a:t> </a:t>
            </a:r>
          </a:p>
          <a:p>
            <a:pPr lvl="1"/>
            <a:r>
              <a:rPr lang="en-US" dirty="0"/>
              <a:t>shifts</a:t>
            </a:r>
          </a:p>
          <a:p>
            <a:pPr marL="0" indent="0">
              <a:buNone/>
            </a:pPr>
            <a:r>
              <a:rPr lang="en-US" dirty="0"/>
              <a:t>NOTE: if any changes that affect the data are made in the earlier notebooks all subsequent notebooks need to be rerun to make sure the changes have been passed on.</a:t>
            </a:r>
          </a:p>
          <a:p>
            <a:endParaRPr lang="sv-SE" dirty="0"/>
          </a:p>
        </p:txBody>
      </p:sp>
      <p:sp>
        <p:nvSpPr>
          <p:cNvPr id="4" name="Footer Placeholder 3">
            <a:extLst>
              <a:ext uri="{FF2B5EF4-FFF2-40B4-BE49-F238E27FC236}">
                <a16:creationId xmlns:a16="http://schemas.microsoft.com/office/drawing/2014/main" id="{BE5D7AFC-C6D7-87C2-53D0-841DB1324261}"/>
              </a:ext>
            </a:extLst>
          </p:cNvPr>
          <p:cNvSpPr>
            <a:spLocks noGrp="1"/>
          </p:cNvSpPr>
          <p:nvPr>
            <p:ph type="ftr" sz="quarter" idx="11"/>
          </p:nvPr>
        </p:nvSpPr>
        <p:spPr/>
        <p:txBody>
          <a:bodyPr/>
          <a:lstStyle/>
          <a:p>
            <a:r>
              <a:rPr lang="en-US" dirty="0"/>
              <a:t>Adage</a:t>
            </a:r>
          </a:p>
        </p:txBody>
      </p:sp>
      <p:sp>
        <p:nvSpPr>
          <p:cNvPr id="5" name="Slide Number Placeholder 4">
            <a:extLst>
              <a:ext uri="{FF2B5EF4-FFF2-40B4-BE49-F238E27FC236}">
                <a16:creationId xmlns:a16="http://schemas.microsoft.com/office/drawing/2014/main" id="{C2BC86C9-111D-92C2-05DE-1F6AF293B16B}"/>
              </a:ext>
            </a:extLst>
          </p:cNvPr>
          <p:cNvSpPr>
            <a:spLocks noGrp="1"/>
          </p:cNvSpPr>
          <p:nvPr>
            <p:ph type="sldNum" sz="quarter" idx="12"/>
          </p:nvPr>
        </p:nvSpPr>
        <p:spPr/>
        <p:txBody>
          <a:bodyPr/>
          <a:lstStyle/>
          <a:p>
            <a:fld id="{A2DCBA88-1671-42D3-9686-8895CAE7DED7}" type="slidenum">
              <a:rPr lang="en-US" smtClean="0"/>
              <a:t>6</a:t>
            </a:fld>
            <a:endParaRPr lang="en-US" dirty="0"/>
          </a:p>
        </p:txBody>
      </p:sp>
    </p:spTree>
    <p:extLst>
      <p:ext uri="{BB962C8B-B14F-4D97-AF65-F5344CB8AC3E}">
        <p14:creationId xmlns:p14="http://schemas.microsoft.com/office/powerpoint/2010/main" val="35852371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7AED1-2FE8-D588-5174-5353EC61EC36}"/>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A46DFE61-43B6-4A19-F30F-962735400057}"/>
              </a:ext>
            </a:extLst>
          </p:cNvPr>
          <p:cNvSpPr>
            <a:spLocks noGrp="1"/>
          </p:cNvSpPr>
          <p:nvPr>
            <p:ph idx="1"/>
          </p:nvPr>
        </p:nvSpPr>
        <p:spPr/>
        <p:txBody>
          <a:bodyPr>
            <a:normAutofit fontScale="55000" lnSpcReduction="20000"/>
          </a:bodyPr>
          <a:lstStyle/>
          <a:p>
            <a:r>
              <a:rPr lang="en-US" dirty="0"/>
              <a:t>Export the Databricks workspace folder to add to the repo for easier sharing</a:t>
            </a:r>
          </a:p>
          <a:p>
            <a:r>
              <a:rPr lang="en-US" dirty="0"/>
              <a:t>Make it so the scripts can be run continually to give the perception of real-time data generation, with append in the delta tables (instead of override).</a:t>
            </a:r>
          </a:p>
          <a:p>
            <a:r>
              <a:rPr lang="en-US" dirty="0"/>
              <a:t>Add human error in schedules.</a:t>
            </a:r>
          </a:p>
          <a:p>
            <a:r>
              <a:rPr lang="en-US" dirty="0"/>
              <a:t>Add time punch data.</a:t>
            </a:r>
          </a:p>
          <a:p>
            <a:r>
              <a:rPr lang="en-US" dirty="0"/>
              <a:t>Add report data.</a:t>
            </a:r>
          </a:p>
          <a:p>
            <a:r>
              <a:rPr lang="en-US" dirty="0"/>
              <a:t>Shifts</a:t>
            </a:r>
          </a:p>
          <a:p>
            <a:pPr lvl="1"/>
            <a:r>
              <a:rPr lang="en-US" dirty="0"/>
              <a:t>Make sure they cover the schedule (-breaks) perfectly.</a:t>
            </a:r>
          </a:p>
          <a:p>
            <a:r>
              <a:rPr lang="en-US" dirty="0"/>
              <a:t>Employees</a:t>
            </a:r>
          </a:p>
          <a:p>
            <a:pPr lvl="1"/>
            <a:r>
              <a:rPr lang="en-US" dirty="0"/>
              <a:t>Add fact table containing count of employees</a:t>
            </a:r>
          </a:p>
          <a:p>
            <a:r>
              <a:rPr lang="en-US" dirty="0"/>
              <a:t>Employee Schedules</a:t>
            </a:r>
          </a:p>
          <a:p>
            <a:pPr lvl="1"/>
            <a:r>
              <a:rPr lang="en-US" dirty="0"/>
              <a:t>d </a:t>
            </a:r>
            <a:r>
              <a:rPr lang="en-US" dirty="0" err="1"/>
              <a:t>EmployeeSchedule</a:t>
            </a:r>
            <a:r>
              <a:rPr lang="en-US" dirty="0"/>
              <a:t> </a:t>
            </a:r>
            <a:r>
              <a:rPr lang="en-US" dirty="0" err="1"/>
              <a:t>costCenterID</a:t>
            </a:r>
            <a:r>
              <a:rPr lang="en-US" dirty="0"/>
              <a:t> - # this needs to be the employee's 80% and a random ne 20%</a:t>
            </a:r>
          </a:p>
          <a:p>
            <a:r>
              <a:rPr lang="en-US" dirty="0"/>
              <a:t>When adding new lines windows will be from today till 2-3 months in the future. If date exists set edited to today()</a:t>
            </a:r>
          </a:p>
          <a:p>
            <a:r>
              <a:rPr lang="en-US" dirty="0"/>
              <a:t>Take into account </a:t>
            </a:r>
            <a:r>
              <a:rPr lang="en-US" dirty="0" err="1"/>
              <a:t>costCenterSchedulePublishedDate</a:t>
            </a:r>
            <a:r>
              <a:rPr lang="en-US" dirty="0"/>
              <a:t> for end period of schedule publishing</a:t>
            </a:r>
          </a:p>
          <a:p>
            <a:r>
              <a:rPr lang="en-US" dirty="0"/>
              <a:t>d </a:t>
            </a:r>
            <a:r>
              <a:rPr lang="en-US" dirty="0" err="1"/>
              <a:t>EmployeeSchedule</a:t>
            </a:r>
            <a:r>
              <a:rPr lang="en-US" dirty="0"/>
              <a:t> </a:t>
            </a:r>
            <a:r>
              <a:rPr lang="en-US" dirty="0" err="1"/>
              <a:t>originalEmployeeScheduleId</a:t>
            </a:r>
            <a:r>
              <a:rPr lang="en-US" dirty="0"/>
              <a:t> - if </a:t>
            </a:r>
            <a:r>
              <a:rPr lang="en-US" dirty="0" err="1"/>
              <a:t>isDeleted</a:t>
            </a:r>
            <a:r>
              <a:rPr lang="en-US" dirty="0"/>
              <a:t> = true then copy </a:t>
            </a:r>
            <a:r>
              <a:rPr lang="en-US" dirty="0" err="1"/>
              <a:t>employeeScheduleID</a:t>
            </a:r>
            <a:r>
              <a:rPr lang="en-US" dirty="0"/>
              <a:t> else 0</a:t>
            </a:r>
          </a:p>
        </p:txBody>
      </p:sp>
      <p:sp>
        <p:nvSpPr>
          <p:cNvPr id="4" name="Footer Placeholder 3">
            <a:extLst>
              <a:ext uri="{FF2B5EF4-FFF2-40B4-BE49-F238E27FC236}">
                <a16:creationId xmlns:a16="http://schemas.microsoft.com/office/drawing/2014/main" id="{83A42BB5-DBF3-812D-362D-8B43CBB2BB20}"/>
              </a:ext>
            </a:extLst>
          </p:cNvPr>
          <p:cNvSpPr>
            <a:spLocks noGrp="1"/>
          </p:cNvSpPr>
          <p:nvPr>
            <p:ph type="ftr" sz="quarter" idx="11"/>
          </p:nvPr>
        </p:nvSpPr>
        <p:spPr/>
        <p:txBody>
          <a:bodyPr/>
          <a:lstStyle/>
          <a:p>
            <a:r>
              <a:rPr lang="en-US" dirty="0"/>
              <a:t>Adage</a:t>
            </a:r>
          </a:p>
        </p:txBody>
      </p:sp>
      <p:sp>
        <p:nvSpPr>
          <p:cNvPr id="5" name="Slide Number Placeholder 4">
            <a:extLst>
              <a:ext uri="{FF2B5EF4-FFF2-40B4-BE49-F238E27FC236}">
                <a16:creationId xmlns:a16="http://schemas.microsoft.com/office/drawing/2014/main" id="{C3F3DD6E-5A12-31E3-5F1E-6697373A3DC5}"/>
              </a:ext>
            </a:extLst>
          </p:cNvPr>
          <p:cNvSpPr>
            <a:spLocks noGrp="1"/>
          </p:cNvSpPr>
          <p:nvPr>
            <p:ph type="sldNum" sz="quarter" idx="12"/>
          </p:nvPr>
        </p:nvSpPr>
        <p:spPr/>
        <p:txBody>
          <a:bodyPr/>
          <a:lstStyle/>
          <a:p>
            <a:fld id="{A2DCBA88-1671-42D3-9686-8895CAE7DED7}" type="slidenum">
              <a:rPr lang="en-US" smtClean="0"/>
              <a:t>7</a:t>
            </a:fld>
            <a:endParaRPr lang="en-US" dirty="0"/>
          </a:p>
        </p:txBody>
      </p:sp>
    </p:spTree>
    <p:extLst>
      <p:ext uri="{BB962C8B-B14F-4D97-AF65-F5344CB8AC3E}">
        <p14:creationId xmlns:p14="http://schemas.microsoft.com/office/powerpoint/2010/main" val="11972146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A7EE535E-D717-4B22-842B-FF4F0A86E651}"/>
              </a:ext>
            </a:extLst>
          </p:cNvPr>
          <p:cNvSpPr>
            <a:spLocks noGrp="1"/>
          </p:cNvSpPr>
          <p:nvPr>
            <p:ph type="ftr" sz="quarter" idx="4294967295"/>
          </p:nvPr>
        </p:nvSpPr>
        <p:spPr>
          <a:xfrm>
            <a:off x="0" y="6489700"/>
            <a:ext cx="4114800" cy="365125"/>
          </a:xfrm>
        </p:spPr>
        <p:txBody>
          <a:bodyPr/>
          <a:lstStyle/>
          <a:p>
            <a:r>
              <a:rPr lang="en-US"/>
              <a:t>Adage</a:t>
            </a:r>
          </a:p>
        </p:txBody>
      </p:sp>
      <p:sp>
        <p:nvSpPr>
          <p:cNvPr id="5" name="Slide Number Placeholder 4">
            <a:extLst>
              <a:ext uri="{FF2B5EF4-FFF2-40B4-BE49-F238E27FC236}">
                <a16:creationId xmlns:a16="http://schemas.microsoft.com/office/drawing/2014/main" id="{F602FCB5-6A58-42D9-A31F-5C36D2839718}"/>
              </a:ext>
            </a:extLst>
          </p:cNvPr>
          <p:cNvSpPr>
            <a:spLocks noGrp="1"/>
          </p:cNvSpPr>
          <p:nvPr>
            <p:ph type="sldNum" sz="quarter" idx="4294967295"/>
          </p:nvPr>
        </p:nvSpPr>
        <p:spPr>
          <a:xfrm>
            <a:off x="9448800" y="6356350"/>
            <a:ext cx="2743200" cy="365125"/>
          </a:xfrm>
          <a:prstGeom prst="rect">
            <a:avLst/>
          </a:prstGeom>
        </p:spPr>
        <p:txBody>
          <a:bodyPr/>
          <a:lstStyle/>
          <a:p>
            <a:fld id="{A2DCBA88-1671-42D3-9686-8895CAE7DED7}" type="slidenum">
              <a:rPr lang="en-US" smtClean="0"/>
              <a:t>8</a:t>
            </a:fld>
            <a:endParaRPr lang="en-US"/>
          </a:p>
        </p:txBody>
      </p:sp>
    </p:spTree>
    <p:extLst>
      <p:ext uri="{BB962C8B-B14F-4D97-AF65-F5344CB8AC3E}">
        <p14:creationId xmlns:p14="http://schemas.microsoft.com/office/powerpoint/2010/main" val="2258155442"/>
      </p:ext>
    </p:extLst>
  </p:cSld>
  <p:clrMapOvr>
    <a:masterClrMapping/>
  </p:clrMapOvr>
</p:sld>
</file>

<file path=ppt/theme/theme1.xml><?xml version="1.0" encoding="utf-8"?>
<a:theme xmlns:a="http://schemas.openxmlformats.org/drawingml/2006/main" name="Office Theme">
  <a:themeElements>
    <a:clrScheme name="Anpassat 3">
      <a:dk1>
        <a:sysClr val="windowText" lastClr="000000"/>
      </a:dk1>
      <a:lt1>
        <a:sysClr val="window" lastClr="FFFFFF"/>
      </a:lt1>
      <a:dk2>
        <a:srgbClr val="44546A"/>
      </a:dk2>
      <a:lt2>
        <a:srgbClr val="E7E6E6"/>
      </a:lt2>
      <a:accent1>
        <a:srgbClr val="3F7593"/>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dage PPT template.pptx" id="{C8DB6988-6480-4897-A74B-F46DB616A3FA}" vid="{BC308DBA-1362-4D9A-9E65-637DB920522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F2F920B9069F704196EFC43825794A2B" ma:contentTypeVersion="11" ma:contentTypeDescription="Skapa ett nytt dokument." ma:contentTypeScope="" ma:versionID="f7cfefbb7ab48f18c0f5844d9cdc11e5">
  <xsd:schema xmlns:xsd="http://www.w3.org/2001/XMLSchema" xmlns:xs="http://www.w3.org/2001/XMLSchema" xmlns:p="http://schemas.microsoft.com/office/2006/metadata/properties" xmlns:ns2="0f14873d-2e7c-4c89-9c52-6b127b1bbd38" xmlns:ns3="1aab9562-9fbc-4cac-a1dd-e511dcd87f26" targetNamespace="http://schemas.microsoft.com/office/2006/metadata/properties" ma:root="true" ma:fieldsID="d1ad9e5fc228265a37d563997d055050" ns2:_="" ns3:_="">
    <xsd:import namespace="0f14873d-2e7c-4c89-9c52-6b127b1bbd38"/>
    <xsd:import namespace="1aab9562-9fbc-4cac-a1dd-e511dcd87f26"/>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14873d-2e7c-4c89-9c52-6b127b1bbd3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aab9562-9fbc-4cac-a1dd-e511dcd87f26" elementFormDefault="qualified">
    <xsd:import namespace="http://schemas.microsoft.com/office/2006/documentManagement/types"/>
    <xsd:import namespace="http://schemas.microsoft.com/office/infopath/2007/PartnerControls"/>
    <xsd:element name="SharedWithUsers" ma:index="15" nillable="true" ma:displayName="Dela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Delat med information"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ehållstyp"/>
        <xsd:element ref="dc:title" minOccurs="0" maxOccurs="1" ma:index="4" ma:displayName="Rubri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A0C315B-BB39-48DB-AE40-BF7C9B324560}">
  <ds:schemaRefs>
    <ds:schemaRef ds:uri="http://schemas.microsoft.com/sharepoint/v3/contenttype/forms"/>
  </ds:schemaRefs>
</ds:datastoreItem>
</file>

<file path=customXml/itemProps2.xml><?xml version="1.0" encoding="utf-8"?>
<ds:datastoreItem xmlns:ds="http://schemas.openxmlformats.org/officeDocument/2006/customXml" ds:itemID="{B35553C2-8CAE-4724-9C9C-C665B72C8956}">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7E8912DB-5721-4605-9ECD-2FCB0BEB1C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14873d-2e7c-4c89-9c52-6b127b1bbd38"/>
    <ds:schemaRef ds:uri="1aab9562-9fbc-4cac-a1dd-e511dcd87f2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Adage PPT template</Template>
  <TotalTime>117</TotalTime>
  <Words>763</Words>
  <Application>Microsoft Office PowerPoint</Application>
  <PresentationFormat>Widescreen</PresentationFormat>
  <Paragraphs>89</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Century Gothic</vt:lpstr>
      <vt:lpstr>Office Theme</vt:lpstr>
      <vt:lpstr>PowerPoint Presentation</vt:lpstr>
      <vt:lpstr>Agenda</vt:lpstr>
      <vt:lpstr>Context</vt:lpstr>
      <vt:lpstr>Project Components &amp; Technologies</vt:lpstr>
      <vt:lpstr>Methodology</vt:lpstr>
      <vt:lpstr>Methodology</vt:lpstr>
      <vt:lpstr>Next Steps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Markella Nikolopoulou-Themeli</dc:creator>
  <cp:lastModifiedBy>Markella Nikolopoulou-Themeli</cp:lastModifiedBy>
  <cp:revision>1</cp:revision>
  <dcterms:created xsi:type="dcterms:W3CDTF">2023-05-30T07:39:43Z</dcterms:created>
  <dcterms:modified xsi:type="dcterms:W3CDTF">2023-05-30T16:49:51Z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fs.IsStoryboard">
    <vt:bool>true</vt:bool>
  </property>
  <property fmtid="{D5CDD505-2E9C-101B-9397-08002B2CF9AE}" pid="3" name="ContentTypeId">
    <vt:lpwstr>0x010100F2F920B9069F704196EFC43825794A2B</vt:lpwstr>
  </property>
  <property fmtid="{D5CDD505-2E9C-101B-9397-08002B2CF9AE}" pid="4" name="Tfs.LastKnownPath">
    <vt:lpwstr>https://influenceab-my.sharepoint.com/personal/jimmy_renstrom_adageinsights_com/Documents/1. Adage/Customers/Samhall/ADAGE @ Samhall_v1.pptx</vt:lpwstr>
  </property>
</Properties>
</file>