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736" r:id="rId5"/>
    <p:sldId id="2812" r:id="rId6"/>
    <p:sldId id="281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ttias Priebe" initials="MP" lastIdx="1" clrIdx="0"/>
  <p:cmAuthor id="2" name="Per Appelgren" initials="PA" lastIdx="18" clrIdx="1">
    <p:extLst>
      <p:ext uri="{19B8F6BF-5375-455C-9EA6-DF929625EA0E}">
        <p15:presenceInfo xmlns:p15="http://schemas.microsoft.com/office/powerpoint/2012/main" userId="S::per.appelgren@influence.se::681eaff4-f760-40f5-b835-67135f2cb86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DFDD"/>
    <a:srgbClr val="3F7593"/>
    <a:srgbClr val="73B149"/>
    <a:srgbClr val="C5DAE5"/>
    <a:srgbClr val="572B3D"/>
    <a:srgbClr val="000000"/>
    <a:srgbClr val="522839"/>
    <a:srgbClr val="FFFFFF"/>
    <a:srgbClr val="8B4561"/>
    <a:srgbClr val="5896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Inget format, tabellrutnät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just forma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just format 2 - Dekorfärg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llanmörkt format 1 - Dekorfärg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799" autoAdjust="0"/>
  </p:normalViewPr>
  <p:slideViewPr>
    <p:cSldViewPr snapToGrid="0">
      <p:cViewPr varScale="1">
        <p:scale>
          <a:sx n="110" d="100"/>
          <a:sy n="110" d="100"/>
        </p:scale>
        <p:origin x="492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ella Nikolopoulou-Themeli" userId="da9cb5e2-4d8b-46eb-898e-a612e4aaf597" providerId="ADAL" clId="{216EE34B-E9BE-42AB-8E64-09FDA12F88B6}"/>
    <pc:docChg chg="modSld">
      <pc:chgData name="Markella Nikolopoulou-Themeli" userId="da9cb5e2-4d8b-46eb-898e-a612e4aaf597" providerId="ADAL" clId="{216EE34B-E9BE-42AB-8E64-09FDA12F88B6}" dt="2023-05-30T07:55:48.851" v="49" actId="14100"/>
      <pc:docMkLst>
        <pc:docMk/>
      </pc:docMkLst>
      <pc:sldChg chg="modSp mod">
        <pc:chgData name="Markella Nikolopoulou-Themeli" userId="da9cb5e2-4d8b-46eb-898e-a612e4aaf597" providerId="ADAL" clId="{216EE34B-E9BE-42AB-8E64-09FDA12F88B6}" dt="2023-05-30T07:55:48.851" v="49" actId="14100"/>
        <pc:sldMkLst>
          <pc:docMk/>
          <pc:sldMk cId="1780776563" sldId="736"/>
        </pc:sldMkLst>
        <pc:spChg chg="mod">
          <ac:chgData name="Markella Nikolopoulou-Themeli" userId="da9cb5e2-4d8b-46eb-898e-a612e4aaf597" providerId="ADAL" clId="{216EE34B-E9BE-42AB-8E64-09FDA12F88B6}" dt="2023-05-30T07:55:48.851" v="49" actId="14100"/>
          <ac:spMkLst>
            <pc:docMk/>
            <pc:sldMk cId="1780776563" sldId="736"/>
            <ac:spMk id="2" creationId="{8E76C2CD-B2CF-47EC-8005-D002E7D396B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E6996D-EBEF-473B-8179-A2F19BBC7402}" type="datetimeFigureOut">
              <a:rPr lang="en-US" smtClean="0"/>
              <a:t>5/30/2023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319D35-DDD6-4A50-856E-577E9C784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93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game, sitting, table, ball&#10;&#10;Description automatically generated">
            <a:extLst>
              <a:ext uri="{FF2B5EF4-FFF2-40B4-BE49-F238E27FC236}">
                <a16:creationId xmlns:a16="http://schemas.microsoft.com/office/drawing/2014/main" id="{4D752078-E79A-4DF2-84B1-50B2C61820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2097"/>
            <a:ext cx="12319686" cy="73041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040C-EDF0-4886-A7F4-CC7275106759}" type="datetime1">
              <a:rPr lang="en-US" smtClean="0"/>
              <a:t>5/30/2023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01677"/>
            <a:ext cx="4114800" cy="365125"/>
          </a:xfrm>
        </p:spPr>
        <p:txBody>
          <a:bodyPr/>
          <a:lstStyle/>
          <a:p>
            <a:r>
              <a:rPr lang="en-US"/>
              <a:t>Adage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DCBA88-1671-42D3-9686-8895CAE7DED7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 descr="A picture containing light&#10;&#10;Description automatically generated">
            <a:extLst>
              <a:ext uri="{FF2B5EF4-FFF2-40B4-BE49-F238E27FC236}">
                <a16:creationId xmlns:a16="http://schemas.microsoft.com/office/drawing/2014/main" id="{C04857B1-5F8D-4F02-A52C-57BB74593C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7549" y="6322145"/>
            <a:ext cx="358387" cy="43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43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3F759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B284A-F62E-4A83-81C8-4C322C263973}" type="datetime1">
              <a:rPr lang="en-US" smtClean="0"/>
              <a:t>5/30/2023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9582"/>
            <a:ext cx="4114800" cy="365125"/>
          </a:xfrm>
        </p:spPr>
        <p:txBody>
          <a:bodyPr/>
          <a:lstStyle/>
          <a:p>
            <a:r>
              <a:rPr lang="en-US"/>
              <a:t>Adage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DCBA88-1671-42D3-9686-8895CAE7DED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3D1CAFC7-747F-4B4F-97E4-4AE6A679AB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536458" cy="3860800"/>
          </a:xfrm>
          <a:prstGeom prst="rect">
            <a:avLst/>
          </a:prstGeom>
        </p:spPr>
      </p:pic>
      <p:pic>
        <p:nvPicPr>
          <p:cNvPr id="9" name="Picture 8" descr="A picture containing light&#10;&#10;Description automatically generated">
            <a:extLst>
              <a:ext uri="{FF2B5EF4-FFF2-40B4-BE49-F238E27FC236}">
                <a16:creationId xmlns:a16="http://schemas.microsoft.com/office/drawing/2014/main" id="{BBD9B799-66FB-4799-ABFB-BC1B2D695F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7549" y="6322145"/>
            <a:ext cx="358387" cy="43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928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C74F3-63A6-48A5-B72F-A86B4D2B89AA}" type="datetime1">
              <a:rPr lang="en-US" smtClean="0"/>
              <a:t>5/30/2023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Adage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DCBA88-1671-42D3-9686-8895CAE7DED7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Bildobjekt 7">
            <a:extLst>
              <a:ext uri="{FF2B5EF4-FFF2-40B4-BE49-F238E27FC236}">
                <a16:creationId xmlns:a16="http://schemas.microsoft.com/office/drawing/2014/main" id="{77A9BEE0-40EC-49D4-B697-90EEE7161E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536458" cy="3860800"/>
          </a:xfrm>
          <a:prstGeom prst="rect">
            <a:avLst/>
          </a:prstGeom>
        </p:spPr>
      </p:pic>
      <p:pic>
        <p:nvPicPr>
          <p:cNvPr id="12" name="Picture 11" descr="A picture containing light&#10;&#10;Description automatically generated">
            <a:extLst>
              <a:ext uri="{FF2B5EF4-FFF2-40B4-BE49-F238E27FC236}">
                <a16:creationId xmlns:a16="http://schemas.microsoft.com/office/drawing/2014/main" id="{D74D844D-51D0-48C5-BE4F-E50D15CA60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7549" y="6322145"/>
            <a:ext cx="358387" cy="43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55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73201-05BC-4EEC-8B46-67989DE22D36}" type="datetime1">
              <a:rPr lang="en-US" smtClean="0"/>
              <a:t>5/30/2023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A2DCBA88-1671-42D3-9686-8895CAE7DE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Bildobjekt 7">
            <a:extLst>
              <a:ext uri="{FF2B5EF4-FFF2-40B4-BE49-F238E27FC236}">
                <a16:creationId xmlns:a16="http://schemas.microsoft.com/office/drawing/2014/main" id="{5986F050-A3EC-487D-91D3-3E30980A41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536458" cy="3860800"/>
          </a:xfrm>
          <a:prstGeom prst="rect">
            <a:avLst/>
          </a:prstGeom>
        </p:spPr>
      </p:pic>
      <p:pic>
        <p:nvPicPr>
          <p:cNvPr id="8" name="Picture 7" descr="A picture containing light&#10;&#10;Description automatically generated">
            <a:extLst>
              <a:ext uri="{FF2B5EF4-FFF2-40B4-BE49-F238E27FC236}">
                <a16:creationId xmlns:a16="http://schemas.microsoft.com/office/drawing/2014/main" id="{3950149A-BDDF-4769-AFE3-A32AB420FCB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7549" y="6322145"/>
            <a:ext cx="358387" cy="43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061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rgbClr val="CBDF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light&#10;&#10;Description automatically generated">
            <a:extLst>
              <a:ext uri="{FF2B5EF4-FFF2-40B4-BE49-F238E27FC236}">
                <a16:creationId xmlns:a16="http://schemas.microsoft.com/office/drawing/2014/main" id="{B3EF3904-1938-4994-8337-C47907AE0E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073" y="2275058"/>
            <a:ext cx="1907854" cy="230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034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A13D6B-2270-4601-95A2-214F7D62C768}" type="datetime1">
              <a:rPr lang="en-US" smtClean="0"/>
              <a:t>5/30/2023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6802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Adage</a:t>
            </a:r>
          </a:p>
        </p:txBody>
      </p:sp>
      <p:pic>
        <p:nvPicPr>
          <p:cNvPr id="6" name="Picture 5" descr="A picture containing light&#10;&#10;Description automatically generated">
            <a:extLst>
              <a:ext uri="{FF2B5EF4-FFF2-40B4-BE49-F238E27FC236}">
                <a16:creationId xmlns:a16="http://schemas.microsoft.com/office/drawing/2014/main" id="{CC14DDE5-36E4-4FD2-A054-90725ABB7550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7549" y="6322145"/>
            <a:ext cx="358387" cy="43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470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63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19485261-8130-43E3-84F5-7EC25DACD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494" y="5901630"/>
            <a:ext cx="6483457" cy="526636"/>
          </a:xfrm>
        </p:spPr>
        <p:txBody>
          <a:bodyPr>
            <a:noAutofit/>
          </a:bodyPr>
          <a:lstStyle/>
          <a:p>
            <a:pPr algn="r"/>
            <a:br>
              <a:rPr lang="en-US" sz="4800" cap="all">
                <a:latin typeface="+mj-lt"/>
              </a:rPr>
            </a:br>
            <a:endParaRPr lang="en-US" sz="2800" cap="all">
              <a:latin typeface="+mj-lt"/>
            </a:endParaRP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E2E2177E-01AC-4674-8EF1-CB0262CD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Adage</a:t>
            </a:r>
          </a:p>
        </p:txBody>
      </p:sp>
      <p:sp>
        <p:nvSpPr>
          <p:cNvPr id="2" name="textruta 1">
            <a:extLst>
              <a:ext uri="{FF2B5EF4-FFF2-40B4-BE49-F238E27FC236}">
                <a16:creationId xmlns:a16="http://schemas.microsoft.com/office/drawing/2014/main" id="{8E76C2CD-B2CF-47EC-8005-D002E7D396B8}"/>
              </a:ext>
            </a:extLst>
          </p:cNvPr>
          <p:cNvSpPr txBox="1"/>
          <p:nvPr/>
        </p:nvSpPr>
        <p:spPr>
          <a:xfrm>
            <a:off x="485674" y="5901630"/>
            <a:ext cx="81880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Work Force Management Synthetic data &amp; Dashboards</a:t>
            </a:r>
          </a:p>
        </p:txBody>
      </p:sp>
    </p:spTree>
    <p:extLst>
      <p:ext uri="{BB962C8B-B14F-4D97-AF65-F5344CB8AC3E}">
        <p14:creationId xmlns:p14="http://schemas.microsoft.com/office/powerpoint/2010/main" val="1780776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1171E-7930-4A03-8496-D33812EF3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57A13-0139-4DD6-A824-267DF02F6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E8D908-EEF2-45C2-AE4E-78D1281A9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4C3A7B-B284-4532-AB26-D78D31EEB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CBA88-1671-42D3-9686-8895CAE7DE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EE535E-D717-4B22-842B-FF4F0A86E65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489700"/>
            <a:ext cx="4114800" cy="365125"/>
          </a:xfrm>
        </p:spPr>
        <p:txBody>
          <a:bodyPr/>
          <a:lstStyle/>
          <a:p>
            <a:r>
              <a:rPr lang="en-US"/>
              <a:t>Adage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02FCB5-6A58-42D9-A31F-5C36D283971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DCBA88-1671-42D3-9686-8895CAE7DED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155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npassat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759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age PPT template.pptx" id="{C8DB6988-6480-4897-A74B-F46DB616A3FA}" vid="{BC308DBA-1362-4D9A-9E65-637DB92052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2F920B9069F704196EFC43825794A2B" ma:contentTypeVersion="11" ma:contentTypeDescription="Skapa ett nytt dokument." ma:contentTypeScope="" ma:versionID="f7cfefbb7ab48f18c0f5844d9cdc11e5">
  <xsd:schema xmlns:xsd="http://www.w3.org/2001/XMLSchema" xmlns:xs="http://www.w3.org/2001/XMLSchema" xmlns:p="http://schemas.microsoft.com/office/2006/metadata/properties" xmlns:ns2="0f14873d-2e7c-4c89-9c52-6b127b1bbd38" xmlns:ns3="1aab9562-9fbc-4cac-a1dd-e511dcd87f26" targetNamespace="http://schemas.microsoft.com/office/2006/metadata/properties" ma:root="true" ma:fieldsID="d1ad9e5fc228265a37d563997d055050" ns2:_="" ns3:_="">
    <xsd:import namespace="0f14873d-2e7c-4c89-9c52-6b127b1bbd38"/>
    <xsd:import namespace="1aab9562-9fbc-4cac-a1dd-e511dcd87f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14873d-2e7c-4c89-9c52-6b127b1bbd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ab9562-9fbc-4cac-a1dd-e511dcd87f2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Dela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lat med information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E8912DB-5721-4605-9ECD-2FCB0BEB1C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14873d-2e7c-4c89-9c52-6b127b1bbd38"/>
    <ds:schemaRef ds:uri="1aab9562-9fbc-4cac-a1dd-e511dcd87f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35553C2-8CAE-4724-9C9C-C665B72C895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A0C315B-BB39-48DB-AE40-BF7C9B3245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Adage PPT template</Template>
  <TotalTime>16</TotalTime>
  <Words>13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Century Gothic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Markella Nikolopoulou-Themeli</dc:creator>
  <cp:lastModifiedBy>Markella Nikolopoulou-Themeli</cp:lastModifiedBy>
  <cp:revision>1</cp:revision>
  <dcterms:created xsi:type="dcterms:W3CDTF">2023-05-30T07:39:43Z</dcterms:created>
  <dcterms:modified xsi:type="dcterms:W3CDTF">2023-05-30T07:55:53Z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  <property fmtid="{D5CDD505-2E9C-101B-9397-08002B2CF9AE}" pid="3" name="ContentTypeId">
    <vt:lpwstr>0x010100F2F920B9069F704196EFC43825794A2B</vt:lpwstr>
  </property>
  <property fmtid="{D5CDD505-2E9C-101B-9397-08002B2CF9AE}" pid="4" name="Tfs.LastKnownPath">
    <vt:lpwstr>https://influenceab-my.sharepoint.com/personal/jimmy_renstrom_adageinsights_com/Documents/1. Adage/Customers/Samhall/ADAGE @ Samhall_v1.pptx</vt:lpwstr>
  </property>
</Properties>
</file>